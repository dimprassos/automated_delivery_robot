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6858000" cy="9144000"/>
  <p:embeddedFontLst>
    <p:embeddedFont>
      <p:font typeface="IBM Plex Mono" panose="020F0502020204030204" pitchFamily="49" charset="0"/>
      <p:regular r:id="rId20"/>
      <p:bold r:id="rId21"/>
      <p:italic r:id="rId22"/>
      <p:boldItalic r:id="rId23"/>
    </p:embeddedFont>
    <p:embeddedFont>
      <p:font typeface="Poppins" panose="020B0502040204020203" pitchFamily="2" charset="0"/>
      <p:regular r:id="rId24"/>
      <p:bold r:id="rId25"/>
      <p:italic r:id="rId26"/>
      <p:boldItalic r:id="rId27"/>
    </p:embeddedFont>
    <p:embeddedFont>
      <p:font typeface="Source Code Pro" panose="020F0502020204030204" pitchFamily="49"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6" roundtripDataSignature="AMtx7mghr9P8GCBmx208cvMRcfPG/z7yL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2A12BE9-BE77-4F99-A50B-A307188946BC}">
  <a:tblStyle styleId="{E2A12BE9-BE77-4F99-A50B-A307188946BC}"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5" d="100"/>
          <a:sy n="135" d="100"/>
        </p:scale>
        <p:origin x="330" y="120"/>
      </p:cViewPr>
      <p:guideLst>
        <p:guide orient="horz"/>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6"/>
        <p:cNvGrpSpPr/>
        <p:nvPr/>
      </p:nvGrpSpPr>
      <p:grpSpPr>
        <a:xfrm>
          <a:off x="0" y="0"/>
          <a:ext cx="0" cy="0"/>
          <a:chOff x="0" y="0"/>
          <a:chExt cx="0" cy="0"/>
        </a:xfrm>
      </p:grpSpPr>
      <p:sp>
        <p:nvSpPr>
          <p:cNvPr id="1117" name="Google Shape;111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8" name="Google Shape;1118;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3"/>
        <p:cNvGrpSpPr/>
        <p:nvPr/>
      </p:nvGrpSpPr>
      <p:grpSpPr>
        <a:xfrm>
          <a:off x="0" y="0"/>
          <a:ext cx="0" cy="0"/>
          <a:chOff x="0" y="0"/>
          <a:chExt cx="0" cy="0"/>
        </a:xfrm>
      </p:grpSpPr>
      <p:sp>
        <p:nvSpPr>
          <p:cNvPr id="1144" name="Google Shape;114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45" name="Google Shape;1145;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6"/>
        <p:cNvGrpSpPr/>
        <p:nvPr/>
      </p:nvGrpSpPr>
      <p:grpSpPr>
        <a:xfrm>
          <a:off x="0" y="0"/>
          <a:ext cx="0" cy="0"/>
          <a:chOff x="0" y="0"/>
          <a:chExt cx="0" cy="0"/>
        </a:xfrm>
      </p:grpSpPr>
      <p:sp>
        <p:nvSpPr>
          <p:cNvPr id="1157" name="Google Shape;115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8" name="Google Shape;115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2"/>
        <p:cNvGrpSpPr/>
        <p:nvPr/>
      </p:nvGrpSpPr>
      <p:grpSpPr>
        <a:xfrm>
          <a:off x="0" y="0"/>
          <a:ext cx="0" cy="0"/>
          <a:chOff x="0" y="0"/>
          <a:chExt cx="0" cy="0"/>
        </a:xfrm>
      </p:grpSpPr>
      <p:sp>
        <p:nvSpPr>
          <p:cNvPr id="1203" name="Google Shape;12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04" name="Google Shape;1204;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6"/>
        <p:cNvGrpSpPr/>
        <p:nvPr/>
      </p:nvGrpSpPr>
      <p:grpSpPr>
        <a:xfrm>
          <a:off x="0" y="0"/>
          <a:ext cx="0" cy="0"/>
          <a:chOff x="0" y="0"/>
          <a:chExt cx="0" cy="0"/>
        </a:xfrm>
      </p:grpSpPr>
      <p:sp>
        <p:nvSpPr>
          <p:cNvPr id="1217" name="Google Shape;1217;g3d26c8ac372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18" name="Google Shape;1218;g3d26c8ac372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2"/>
        <p:cNvGrpSpPr/>
        <p:nvPr/>
      </p:nvGrpSpPr>
      <p:grpSpPr>
        <a:xfrm>
          <a:off x="0" y="0"/>
          <a:ext cx="0" cy="0"/>
          <a:chOff x="0" y="0"/>
          <a:chExt cx="0" cy="0"/>
        </a:xfrm>
      </p:grpSpPr>
      <p:sp>
        <p:nvSpPr>
          <p:cNvPr id="1263" name="Google Shape;1263;g3d26c8ac372_0_2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64" name="Google Shape;1264;g3d26c8ac372_0_2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7"/>
        <p:cNvGrpSpPr/>
        <p:nvPr/>
      </p:nvGrpSpPr>
      <p:grpSpPr>
        <a:xfrm>
          <a:off x="0" y="0"/>
          <a:ext cx="0" cy="0"/>
          <a:chOff x="0" y="0"/>
          <a:chExt cx="0" cy="0"/>
        </a:xfrm>
      </p:grpSpPr>
      <p:sp>
        <p:nvSpPr>
          <p:cNvPr id="1268" name="Google Shape;1268;g3d26c8ac372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69" name="Google Shape;1269;g3d26c8ac372_0_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3"/>
        <p:cNvGrpSpPr/>
        <p:nvPr/>
      </p:nvGrpSpPr>
      <p:grpSpPr>
        <a:xfrm>
          <a:off x="0" y="0"/>
          <a:ext cx="0" cy="0"/>
          <a:chOff x="0" y="0"/>
          <a:chExt cx="0" cy="0"/>
        </a:xfrm>
      </p:grpSpPr>
      <p:sp>
        <p:nvSpPr>
          <p:cNvPr id="1314" name="Google Shape;131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15" name="Google Shape;1315;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1"/>
        <p:cNvGrpSpPr/>
        <p:nvPr/>
      </p:nvGrpSpPr>
      <p:grpSpPr>
        <a:xfrm>
          <a:off x="0" y="0"/>
          <a:ext cx="0" cy="0"/>
          <a:chOff x="0" y="0"/>
          <a:chExt cx="0" cy="0"/>
        </a:xfrm>
      </p:grpSpPr>
      <p:sp>
        <p:nvSpPr>
          <p:cNvPr id="1382" name="Google Shape;1382;g3d26c8ac372_0_1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3" name="Google Shape;1383;g3d26c8ac372_0_1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5"/>
        <p:cNvGrpSpPr/>
        <p:nvPr/>
      </p:nvGrpSpPr>
      <p:grpSpPr>
        <a:xfrm>
          <a:off x="0" y="0"/>
          <a:ext cx="0" cy="0"/>
          <a:chOff x="0" y="0"/>
          <a:chExt cx="0" cy="0"/>
        </a:xfrm>
      </p:grpSpPr>
      <p:sp>
        <p:nvSpPr>
          <p:cNvPr id="1396" name="Google Shape;1396;g3d26c8ac372_0_1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97" name="Google Shape;1397;g3d26c8ac372_0_1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9"/>
        <p:cNvGrpSpPr/>
        <p:nvPr/>
      </p:nvGrpSpPr>
      <p:grpSpPr>
        <a:xfrm>
          <a:off x="0" y="0"/>
          <a:ext cx="0" cy="0"/>
          <a:chOff x="0" y="0"/>
          <a:chExt cx="0" cy="0"/>
        </a:xfrm>
      </p:grpSpPr>
      <p:sp>
        <p:nvSpPr>
          <p:cNvPr id="1410" name="Google Shape;1410;g3d26c8ac372_0_2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11" name="Google Shape;1411;g3d26c8ac372_0_2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3"/>
        <p:cNvGrpSpPr/>
        <p:nvPr/>
      </p:nvGrpSpPr>
      <p:grpSpPr>
        <a:xfrm>
          <a:off x="0" y="0"/>
          <a:ext cx="0" cy="0"/>
          <a:chOff x="0" y="0"/>
          <a:chExt cx="0" cy="0"/>
        </a:xfrm>
      </p:grpSpPr>
      <p:sp>
        <p:nvSpPr>
          <p:cNvPr id="1424" name="Google Shape;1424;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25" name="Google Shape;1425;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9"/>
        <p:cNvGrpSpPr/>
        <p:nvPr/>
      </p:nvGrpSpPr>
      <p:grpSpPr>
        <a:xfrm>
          <a:off x="0" y="0"/>
          <a:ext cx="0" cy="0"/>
          <a:chOff x="0" y="0"/>
          <a:chExt cx="0" cy="0"/>
        </a:xfrm>
      </p:grpSpPr>
      <p:sp>
        <p:nvSpPr>
          <p:cNvPr id="1430" name="Google Shape;1430;g3d26c8ac372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31" name="Google Shape;1431;g3d26c8ac372_0_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5"/>
        <p:cNvGrpSpPr/>
        <p:nvPr/>
      </p:nvGrpSpPr>
      <p:grpSpPr>
        <a:xfrm>
          <a:off x="0" y="0"/>
          <a:ext cx="0" cy="0"/>
          <a:chOff x="0" y="0"/>
          <a:chExt cx="0" cy="0"/>
        </a:xfrm>
      </p:grpSpPr>
      <p:sp>
        <p:nvSpPr>
          <p:cNvPr id="1476" name="Google Shape;147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77" name="Google Shape;1477;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1"/>
        <p:cNvGrpSpPr/>
        <p:nvPr/>
      </p:nvGrpSpPr>
      <p:grpSpPr>
        <a:xfrm>
          <a:off x="0" y="0"/>
          <a:ext cx="0" cy="0"/>
          <a:chOff x="0" y="0"/>
          <a:chExt cx="0" cy="0"/>
        </a:xfrm>
      </p:grpSpPr>
      <p:sp>
        <p:nvSpPr>
          <p:cNvPr id="1482" name="Google Shape;1482;g3d26c8ac372_2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3" name="Google Shape;1483;g3d26c8ac372_2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7"/>
        <p:cNvGrpSpPr/>
        <p:nvPr/>
      </p:nvGrpSpPr>
      <p:grpSpPr>
        <a:xfrm>
          <a:off x="0" y="0"/>
          <a:ext cx="0" cy="0"/>
          <a:chOff x="0" y="0"/>
          <a:chExt cx="0" cy="0"/>
        </a:xfrm>
      </p:grpSpPr>
      <p:sp>
        <p:nvSpPr>
          <p:cNvPr id="1488" name="Google Shape;1488;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89" name="Google Shape;1489;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8"/>
        <p:cNvGrpSpPr/>
        <p:nvPr/>
      </p:nvGrpSpPr>
      <p:grpSpPr>
        <a:xfrm>
          <a:off x="0" y="0"/>
          <a:ext cx="0" cy="0"/>
          <a:chOff x="0" y="0"/>
          <a:chExt cx="0" cy="0"/>
        </a:xfrm>
      </p:grpSpPr>
      <p:sp>
        <p:nvSpPr>
          <p:cNvPr id="1529" name="Google Shape;1529;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30" name="Google Shape;1530;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35"/>
          <p:cNvGrpSpPr/>
          <p:nvPr/>
        </p:nvGrpSpPr>
        <p:grpSpPr>
          <a:xfrm>
            <a:off x="-3255181" y="-2900775"/>
            <a:ext cx="10039931" cy="6871129"/>
            <a:chOff x="-3102781" y="-2727750"/>
            <a:chExt cx="10039931" cy="6871129"/>
          </a:xfrm>
        </p:grpSpPr>
        <p:grpSp>
          <p:nvGrpSpPr>
            <p:cNvPr id="10" name="Google Shape;10;p35"/>
            <p:cNvGrpSpPr/>
            <p:nvPr/>
          </p:nvGrpSpPr>
          <p:grpSpPr>
            <a:xfrm rot="-7778255">
              <a:off x="-2414440" y="-1445047"/>
              <a:ext cx="5355679" cy="4305725"/>
              <a:chOff x="7103825" y="-713112"/>
              <a:chExt cx="3785226" cy="3043150"/>
            </a:xfrm>
          </p:grpSpPr>
          <p:sp>
            <p:nvSpPr>
              <p:cNvPr id="11" name="Google Shape;11;p35"/>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 name="Google Shape;12;p35"/>
              <p:cNvPicPr preferRelativeResize="0"/>
              <p:nvPr/>
            </p:nvPicPr>
            <p:blipFill rotWithShape="1">
              <a:blip r:embed="rId2">
                <a:alphaModFix/>
              </a:blip>
              <a:srcRect t="17657" b="17664"/>
              <a:stretch/>
            </p:blipFill>
            <p:spPr>
              <a:xfrm>
                <a:off x="7103825" y="-713112"/>
                <a:ext cx="3785226" cy="2888974"/>
              </a:xfrm>
              <a:prstGeom prst="rect">
                <a:avLst/>
              </a:prstGeom>
              <a:noFill/>
              <a:ln>
                <a:noFill/>
              </a:ln>
            </p:spPr>
          </p:pic>
        </p:grpSp>
        <p:sp>
          <p:nvSpPr>
            <p:cNvPr id="13" name="Google Shape;13;p35"/>
            <p:cNvSpPr/>
            <p:nvPr/>
          </p:nvSpPr>
          <p:spPr>
            <a:xfrm>
              <a:off x="-289323" y="-166742"/>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35"/>
            <p:cNvSpPr/>
            <p:nvPr/>
          </p:nvSpPr>
          <p:spPr>
            <a:xfrm rot="2700000">
              <a:off x="917817" y="-2200499"/>
              <a:ext cx="3153371" cy="5119296"/>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35"/>
            <p:cNvSpPr/>
            <p:nvPr/>
          </p:nvSpPr>
          <p:spPr>
            <a:xfrm>
              <a:off x="-201475" y="-361175"/>
              <a:ext cx="7138625" cy="819350"/>
            </a:xfrm>
            <a:custGeom>
              <a:avLst/>
              <a:gdLst/>
              <a:ahLst/>
              <a:cxnLst/>
              <a:rect l="l" t="t" r="r" b="b"/>
              <a:pathLst>
                <a:path w="285545" h="32774" extrusionOk="0">
                  <a:moveTo>
                    <a:pt x="0" y="32774"/>
                  </a:moveTo>
                  <a:lnTo>
                    <a:pt x="188861" y="32774"/>
                  </a:lnTo>
                  <a:lnTo>
                    <a:pt x="221636" y="0"/>
                  </a:lnTo>
                  <a:lnTo>
                    <a:pt x="285545" y="0"/>
                  </a:lnTo>
                </a:path>
              </a:pathLst>
            </a:custGeom>
            <a:noFill/>
            <a:ln w="9525" cap="flat" cmpd="sng">
              <a:solidFill>
                <a:schemeClr val="dk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 name="Google Shape;16;p35"/>
            <p:cNvSpPr/>
            <p:nvPr/>
          </p:nvSpPr>
          <p:spPr>
            <a:xfrm rot="5400000">
              <a:off x="1110859" y="-1245788"/>
              <a:ext cx="577450" cy="3045475"/>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35"/>
            <p:cNvSpPr/>
            <p:nvPr/>
          </p:nvSpPr>
          <p:spPr>
            <a:xfrm rot="5400000">
              <a:off x="654013" y="-781254"/>
              <a:ext cx="687411" cy="2731351"/>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8" name="Google Shape;18;p35"/>
            <p:cNvGrpSpPr/>
            <p:nvPr/>
          </p:nvGrpSpPr>
          <p:grpSpPr>
            <a:xfrm flipH="1">
              <a:off x="4446909" y="391151"/>
              <a:ext cx="134044" cy="134013"/>
              <a:chOff x="1101075" y="2142375"/>
              <a:chExt cx="439200" cy="439100"/>
            </a:xfrm>
          </p:grpSpPr>
          <p:sp>
            <p:nvSpPr>
              <p:cNvPr id="19" name="Google Shape;19;p3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1" name="Google Shape;21;p35"/>
            <p:cNvGrpSpPr/>
            <p:nvPr/>
          </p:nvGrpSpPr>
          <p:grpSpPr>
            <a:xfrm flipH="1">
              <a:off x="1373609" y="694563"/>
              <a:ext cx="134044" cy="134013"/>
              <a:chOff x="1101075" y="2142375"/>
              <a:chExt cx="439200" cy="439100"/>
            </a:xfrm>
          </p:grpSpPr>
          <p:sp>
            <p:nvSpPr>
              <p:cNvPr id="22" name="Google Shape;22;p3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3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4" name="Google Shape;24;p35"/>
            <p:cNvGrpSpPr/>
            <p:nvPr/>
          </p:nvGrpSpPr>
          <p:grpSpPr>
            <a:xfrm flipH="1">
              <a:off x="1086834" y="957463"/>
              <a:ext cx="134044" cy="134013"/>
              <a:chOff x="1101075" y="2142375"/>
              <a:chExt cx="439200" cy="439100"/>
            </a:xfrm>
          </p:grpSpPr>
          <p:sp>
            <p:nvSpPr>
              <p:cNvPr id="25" name="Google Shape;25;p3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3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7" name="Google Shape;27;p35"/>
            <p:cNvGrpSpPr/>
            <p:nvPr/>
          </p:nvGrpSpPr>
          <p:grpSpPr>
            <a:xfrm flipH="1">
              <a:off x="277709" y="957463"/>
              <a:ext cx="134044" cy="134013"/>
              <a:chOff x="1101075" y="2142375"/>
              <a:chExt cx="439200" cy="439100"/>
            </a:xfrm>
          </p:grpSpPr>
          <p:sp>
            <p:nvSpPr>
              <p:cNvPr id="28" name="Google Shape;28;p3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 name="Google Shape;29;p3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0" name="Google Shape;30;p35"/>
            <p:cNvGrpSpPr/>
            <p:nvPr/>
          </p:nvGrpSpPr>
          <p:grpSpPr>
            <a:xfrm flipH="1">
              <a:off x="277709" y="640813"/>
              <a:ext cx="134044" cy="134013"/>
              <a:chOff x="1101075" y="2142375"/>
              <a:chExt cx="439200" cy="439100"/>
            </a:xfrm>
          </p:grpSpPr>
          <p:sp>
            <p:nvSpPr>
              <p:cNvPr id="31" name="Google Shape;31;p3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 name="Google Shape;32;p3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33" name="Google Shape;33;p35"/>
          <p:cNvGrpSpPr/>
          <p:nvPr/>
        </p:nvGrpSpPr>
        <p:grpSpPr>
          <a:xfrm>
            <a:off x="6385735" y="3039700"/>
            <a:ext cx="3920501" cy="3213899"/>
            <a:chOff x="6309535" y="2842975"/>
            <a:chExt cx="3920501" cy="3213899"/>
          </a:xfrm>
        </p:grpSpPr>
        <p:pic>
          <p:nvPicPr>
            <p:cNvPr id="34" name="Google Shape;34;p35"/>
            <p:cNvPicPr preferRelativeResize="0"/>
            <p:nvPr/>
          </p:nvPicPr>
          <p:blipFill rotWithShape="1">
            <a:blip r:embed="rId3">
              <a:alphaModFix/>
            </a:blip>
            <a:srcRect l="16960" t="24719" r="7121" b="26177"/>
            <a:stretch/>
          </p:blipFill>
          <p:spPr>
            <a:xfrm>
              <a:off x="6309535" y="3064650"/>
              <a:ext cx="3920501" cy="2992224"/>
            </a:xfrm>
            <a:prstGeom prst="rect">
              <a:avLst/>
            </a:prstGeom>
            <a:noFill/>
            <a:ln>
              <a:noFill/>
            </a:ln>
          </p:spPr>
        </p:pic>
        <p:sp>
          <p:nvSpPr>
            <p:cNvPr id="35" name="Google Shape;35;p35"/>
            <p:cNvSpPr/>
            <p:nvPr/>
          </p:nvSpPr>
          <p:spPr>
            <a:xfrm rot="10800000">
              <a:off x="7535449" y="294113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 name="Google Shape;36;p35"/>
            <p:cNvSpPr/>
            <p:nvPr/>
          </p:nvSpPr>
          <p:spPr>
            <a:xfrm rot="10800000">
              <a:off x="7694795" y="2941747"/>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7" name="Google Shape;37;p35"/>
            <p:cNvGrpSpPr/>
            <p:nvPr/>
          </p:nvGrpSpPr>
          <p:grpSpPr>
            <a:xfrm>
              <a:off x="7280400" y="3719575"/>
              <a:ext cx="582050" cy="582425"/>
              <a:chOff x="959750" y="3039275"/>
              <a:chExt cx="582050" cy="582425"/>
            </a:xfrm>
          </p:grpSpPr>
          <p:sp>
            <p:nvSpPr>
              <p:cNvPr id="38" name="Google Shape;38;p35"/>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35"/>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 name="Google Shape;40;p35"/>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35"/>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35"/>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p35"/>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 name="Google Shape;44;p35"/>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5" name="Google Shape;45;p35"/>
            <p:cNvSpPr/>
            <p:nvPr/>
          </p:nvSpPr>
          <p:spPr>
            <a:xfrm>
              <a:off x="8430775" y="2842975"/>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6" name="Google Shape;46;p35"/>
            <p:cNvGrpSpPr/>
            <p:nvPr/>
          </p:nvGrpSpPr>
          <p:grpSpPr>
            <a:xfrm>
              <a:off x="8337812" y="3492483"/>
              <a:ext cx="699928" cy="1651024"/>
              <a:chOff x="8337812" y="3492483"/>
              <a:chExt cx="699928" cy="1651024"/>
            </a:xfrm>
          </p:grpSpPr>
          <p:sp>
            <p:nvSpPr>
              <p:cNvPr id="47" name="Google Shape;47;p35"/>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p35"/>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49;p35"/>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0" name="Google Shape;50;p35"/>
            <p:cNvGrpSpPr/>
            <p:nvPr/>
          </p:nvGrpSpPr>
          <p:grpSpPr>
            <a:xfrm>
              <a:off x="7945225" y="4302000"/>
              <a:ext cx="904666" cy="726121"/>
              <a:chOff x="7945225" y="4302000"/>
              <a:chExt cx="904666" cy="726121"/>
            </a:xfrm>
          </p:grpSpPr>
          <p:sp>
            <p:nvSpPr>
              <p:cNvPr id="51" name="Google Shape;51;p35"/>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p35"/>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 name="Google Shape;53;p35"/>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54" name="Google Shape;54;p35"/>
          <p:cNvSpPr txBox="1">
            <a:spLocks noGrp="1"/>
          </p:cNvSpPr>
          <p:nvPr>
            <p:ph type="ctrTitle"/>
          </p:nvPr>
        </p:nvSpPr>
        <p:spPr>
          <a:xfrm>
            <a:off x="1096850" y="816324"/>
            <a:ext cx="6974700" cy="23265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Clr>
                <a:srgbClr val="191919"/>
              </a:buClr>
              <a:buSzPts val="5200"/>
              <a:buNone/>
              <a:defRPr sz="45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55" name="Google Shape;55;p35"/>
          <p:cNvSpPr txBox="1">
            <a:spLocks noGrp="1"/>
          </p:cNvSpPr>
          <p:nvPr>
            <p:ph type="subTitle" idx="1"/>
          </p:nvPr>
        </p:nvSpPr>
        <p:spPr>
          <a:xfrm>
            <a:off x="1096850" y="3456250"/>
            <a:ext cx="4882500" cy="4758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56" name="Google Shape;56;p35"/>
          <p:cNvGrpSpPr/>
          <p:nvPr/>
        </p:nvGrpSpPr>
        <p:grpSpPr>
          <a:xfrm>
            <a:off x="-309885" y="3617406"/>
            <a:ext cx="1448824" cy="2238805"/>
            <a:chOff x="-309885" y="3617406"/>
            <a:chExt cx="1448824" cy="2238805"/>
          </a:xfrm>
        </p:grpSpPr>
        <p:grpSp>
          <p:nvGrpSpPr>
            <p:cNvPr id="57" name="Google Shape;57;p35"/>
            <p:cNvGrpSpPr/>
            <p:nvPr/>
          </p:nvGrpSpPr>
          <p:grpSpPr>
            <a:xfrm>
              <a:off x="-277007" y="3870159"/>
              <a:ext cx="981772" cy="1986052"/>
              <a:chOff x="-293545" y="3454371"/>
              <a:chExt cx="981772" cy="1986052"/>
            </a:xfrm>
          </p:grpSpPr>
          <p:sp>
            <p:nvSpPr>
              <p:cNvPr id="58" name="Google Shape;58;p35"/>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35"/>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0" name="Google Shape;60;p35"/>
            <p:cNvGrpSpPr/>
            <p:nvPr/>
          </p:nvGrpSpPr>
          <p:grpSpPr>
            <a:xfrm>
              <a:off x="363249" y="4906873"/>
              <a:ext cx="699940" cy="478601"/>
              <a:chOff x="39723" y="4349021"/>
              <a:chExt cx="1061964" cy="726143"/>
            </a:xfrm>
          </p:grpSpPr>
          <p:grpSp>
            <p:nvGrpSpPr>
              <p:cNvPr id="61" name="Google Shape;61;p35"/>
              <p:cNvGrpSpPr/>
              <p:nvPr/>
            </p:nvGrpSpPr>
            <p:grpSpPr>
              <a:xfrm rot="2700000">
                <a:off x="140502" y="4460924"/>
                <a:ext cx="524584" cy="502337"/>
                <a:chOff x="1189791" y="-1767331"/>
                <a:chExt cx="904284" cy="865933"/>
              </a:xfrm>
            </p:grpSpPr>
            <p:sp>
              <p:nvSpPr>
                <p:cNvPr id="62" name="Google Shape;62;p35"/>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3" name="Google Shape;63;p35"/>
                <p:cNvGrpSpPr/>
                <p:nvPr/>
              </p:nvGrpSpPr>
              <p:grpSpPr>
                <a:xfrm>
                  <a:off x="1232795" y="-1740829"/>
                  <a:ext cx="717622" cy="717393"/>
                  <a:chOff x="1483457" y="3953671"/>
                  <a:chExt cx="717622" cy="717393"/>
                </a:xfrm>
              </p:grpSpPr>
              <p:sp>
                <p:nvSpPr>
                  <p:cNvPr id="64" name="Google Shape;64;p3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3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 name="Google Shape;66;p3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p3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 name="Google Shape;68;p3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69" name="Google Shape;69;p35"/>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0" name="Google Shape;70;p35"/>
            <p:cNvGrpSpPr/>
            <p:nvPr/>
          </p:nvGrpSpPr>
          <p:grpSpPr>
            <a:xfrm rot="-5400000">
              <a:off x="-461872" y="3769394"/>
              <a:ext cx="1351491" cy="1047516"/>
              <a:chOff x="-2460210" y="2758494"/>
              <a:chExt cx="1351491" cy="1047516"/>
            </a:xfrm>
          </p:grpSpPr>
          <p:sp>
            <p:nvSpPr>
              <p:cNvPr id="71" name="Google Shape;71;p35"/>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srgbClr>
                  </a:gs>
                  <a:gs pos="100000">
                    <a:srgbClr val="FFFFFF">
                      <a:alpha val="46666"/>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35"/>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srgbClr>
                  </a:gs>
                  <a:gs pos="100000">
                    <a:srgbClr val="FFFFFF">
                      <a:alpha val="46666"/>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35"/>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srgbClr>
                  </a:gs>
                  <a:gs pos="100000">
                    <a:srgbClr val="FFFFFF">
                      <a:alpha val="46666"/>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35"/>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srgbClr>
                  </a:gs>
                  <a:gs pos="100000">
                    <a:srgbClr val="FFFFFF">
                      <a:alpha val="46666"/>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5" name="Google Shape;75;p35"/>
            <p:cNvGrpSpPr/>
            <p:nvPr/>
          </p:nvGrpSpPr>
          <p:grpSpPr>
            <a:xfrm>
              <a:off x="438999" y="4567398"/>
              <a:ext cx="699940" cy="478601"/>
              <a:chOff x="39723" y="4349021"/>
              <a:chExt cx="1061964" cy="726143"/>
            </a:xfrm>
          </p:grpSpPr>
          <p:grpSp>
            <p:nvGrpSpPr>
              <p:cNvPr id="76" name="Google Shape;76;p35"/>
              <p:cNvGrpSpPr/>
              <p:nvPr/>
            </p:nvGrpSpPr>
            <p:grpSpPr>
              <a:xfrm rot="2700000">
                <a:off x="140502" y="4460924"/>
                <a:ext cx="524584" cy="502337"/>
                <a:chOff x="1189791" y="-1767331"/>
                <a:chExt cx="904284" cy="865933"/>
              </a:xfrm>
            </p:grpSpPr>
            <p:sp>
              <p:nvSpPr>
                <p:cNvPr id="77" name="Google Shape;77;p35"/>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8" name="Google Shape;78;p35"/>
                <p:cNvGrpSpPr/>
                <p:nvPr/>
              </p:nvGrpSpPr>
              <p:grpSpPr>
                <a:xfrm>
                  <a:off x="1232795" y="-1740829"/>
                  <a:ext cx="717622" cy="717393"/>
                  <a:chOff x="1483457" y="3953671"/>
                  <a:chExt cx="717622" cy="717393"/>
                </a:xfrm>
              </p:grpSpPr>
              <p:sp>
                <p:nvSpPr>
                  <p:cNvPr id="79" name="Google Shape;79;p3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3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3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3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3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84" name="Google Shape;84;p35"/>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5" name="Google Shape;85;p35"/>
            <p:cNvGrpSpPr/>
            <p:nvPr/>
          </p:nvGrpSpPr>
          <p:grpSpPr>
            <a:xfrm>
              <a:off x="-65076" y="4623886"/>
              <a:ext cx="699940" cy="478601"/>
              <a:chOff x="39723" y="4349021"/>
              <a:chExt cx="1061964" cy="726143"/>
            </a:xfrm>
          </p:grpSpPr>
          <p:grpSp>
            <p:nvGrpSpPr>
              <p:cNvPr id="86" name="Google Shape;86;p35"/>
              <p:cNvGrpSpPr/>
              <p:nvPr/>
            </p:nvGrpSpPr>
            <p:grpSpPr>
              <a:xfrm rot="2700000">
                <a:off x="140502" y="4460924"/>
                <a:ext cx="524584" cy="502337"/>
                <a:chOff x="1189791" y="-1767331"/>
                <a:chExt cx="904284" cy="865933"/>
              </a:xfrm>
            </p:grpSpPr>
            <p:sp>
              <p:nvSpPr>
                <p:cNvPr id="87" name="Google Shape;87;p35"/>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8" name="Google Shape;88;p35"/>
                <p:cNvGrpSpPr/>
                <p:nvPr/>
              </p:nvGrpSpPr>
              <p:grpSpPr>
                <a:xfrm>
                  <a:off x="1232795" y="-1740829"/>
                  <a:ext cx="717622" cy="717393"/>
                  <a:chOff x="1483457" y="3953671"/>
                  <a:chExt cx="717622" cy="717393"/>
                </a:xfrm>
              </p:grpSpPr>
              <p:sp>
                <p:nvSpPr>
                  <p:cNvPr id="89" name="Google Shape;89;p3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3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3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p3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 name="Google Shape;93;p3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94" name="Google Shape;94;p35"/>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95"/>
        <p:cNvGrpSpPr/>
        <p:nvPr/>
      </p:nvGrpSpPr>
      <p:grpSpPr>
        <a:xfrm>
          <a:off x="0" y="0"/>
          <a:ext cx="0" cy="0"/>
          <a:chOff x="0" y="0"/>
          <a:chExt cx="0" cy="0"/>
        </a:xfrm>
      </p:grpSpPr>
      <p:sp>
        <p:nvSpPr>
          <p:cNvPr id="96" name="Google Shape;96;p36"/>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a:endParaRPr/>
          </a:p>
        </p:txBody>
      </p:sp>
      <p:sp>
        <p:nvSpPr>
          <p:cNvPr id="97" name="Google Shape;97;p36"/>
          <p:cNvSpPr txBox="1">
            <a:spLocks noGrp="1"/>
          </p:cNvSpPr>
          <p:nvPr>
            <p:ph type="subTitle" idx="1"/>
          </p:nvPr>
        </p:nvSpPr>
        <p:spPr>
          <a:xfrm>
            <a:off x="720000" y="2244725"/>
            <a:ext cx="2661000" cy="6042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98" name="Google Shape;98;p36"/>
          <p:cNvSpPr txBox="1">
            <a:spLocks noGrp="1"/>
          </p:cNvSpPr>
          <p:nvPr>
            <p:ph type="subTitle" idx="2"/>
          </p:nvPr>
        </p:nvSpPr>
        <p:spPr>
          <a:xfrm>
            <a:off x="4366700" y="2244725"/>
            <a:ext cx="2661000" cy="6042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99" name="Google Shape;99;p36"/>
          <p:cNvSpPr txBox="1">
            <a:spLocks noGrp="1"/>
          </p:cNvSpPr>
          <p:nvPr>
            <p:ph type="subTitle" idx="3"/>
          </p:nvPr>
        </p:nvSpPr>
        <p:spPr>
          <a:xfrm>
            <a:off x="720000" y="3940900"/>
            <a:ext cx="2661000" cy="6042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00" name="Google Shape;100;p36"/>
          <p:cNvSpPr txBox="1">
            <a:spLocks noGrp="1"/>
          </p:cNvSpPr>
          <p:nvPr>
            <p:ph type="subTitle" idx="4"/>
          </p:nvPr>
        </p:nvSpPr>
        <p:spPr>
          <a:xfrm>
            <a:off x="4366700" y="3940900"/>
            <a:ext cx="2661000" cy="6042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01" name="Google Shape;101;p36"/>
          <p:cNvSpPr txBox="1">
            <a:spLocks noGrp="1"/>
          </p:cNvSpPr>
          <p:nvPr>
            <p:ph type="title" idx="5"/>
          </p:nvPr>
        </p:nvSpPr>
        <p:spPr>
          <a:xfrm>
            <a:off x="720003" y="1344775"/>
            <a:ext cx="1057500" cy="6402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3000"/>
              <a:buNone/>
              <a:defRPr>
                <a:latin typeface="Poppins"/>
                <a:ea typeface="Poppins"/>
                <a:cs typeface="Poppins"/>
                <a:sym typeface="Poppins"/>
              </a:defRPr>
            </a:lvl1pPr>
            <a:lvl2pPr lvl="1" algn="l">
              <a:lnSpc>
                <a:spcPct val="100000"/>
              </a:lnSpc>
              <a:spcBef>
                <a:spcPts val="0"/>
              </a:spcBef>
              <a:spcAft>
                <a:spcPts val="0"/>
              </a:spcAft>
              <a:buSzPts val="3000"/>
              <a:buFont typeface="IBM Plex Mono"/>
              <a:buNone/>
              <a:defRPr sz="3000">
                <a:latin typeface="IBM Plex Mono"/>
                <a:ea typeface="IBM Plex Mono"/>
                <a:cs typeface="IBM Plex Mono"/>
                <a:sym typeface="IBM Plex Mono"/>
              </a:defRPr>
            </a:lvl2pPr>
            <a:lvl3pPr lvl="2" algn="l">
              <a:lnSpc>
                <a:spcPct val="100000"/>
              </a:lnSpc>
              <a:spcBef>
                <a:spcPts val="0"/>
              </a:spcBef>
              <a:spcAft>
                <a:spcPts val="0"/>
              </a:spcAft>
              <a:buSzPts val="3000"/>
              <a:buFont typeface="IBM Plex Mono"/>
              <a:buNone/>
              <a:defRPr sz="3000">
                <a:latin typeface="IBM Plex Mono"/>
                <a:ea typeface="IBM Plex Mono"/>
                <a:cs typeface="IBM Plex Mono"/>
                <a:sym typeface="IBM Plex Mono"/>
              </a:defRPr>
            </a:lvl3pPr>
            <a:lvl4pPr lvl="3" algn="l">
              <a:lnSpc>
                <a:spcPct val="100000"/>
              </a:lnSpc>
              <a:spcBef>
                <a:spcPts val="0"/>
              </a:spcBef>
              <a:spcAft>
                <a:spcPts val="0"/>
              </a:spcAft>
              <a:buSzPts val="3000"/>
              <a:buFont typeface="IBM Plex Mono"/>
              <a:buNone/>
              <a:defRPr sz="3000">
                <a:latin typeface="IBM Plex Mono"/>
                <a:ea typeface="IBM Plex Mono"/>
                <a:cs typeface="IBM Plex Mono"/>
                <a:sym typeface="IBM Plex Mono"/>
              </a:defRPr>
            </a:lvl4pPr>
            <a:lvl5pPr lvl="4" algn="l">
              <a:lnSpc>
                <a:spcPct val="100000"/>
              </a:lnSpc>
              <a:spcBef>
                <a:spcPts val="0"/>
              </a:spcBef>
              <a:spcAft>
                <a:spcPts val="0"/>
              </a:spcAft>
              <a:buSzPts val="3000"/>
              <a:buFont typeface="IBM Plex Mono"/>
              <a:buNone/>
              <a:defRPr sz="3000">
                <a:latin typeface="IBM Plex Mono"/>
                <a:ea typeface="IBM Plex Mono"/>
                <a:cs typeface="IBM Plex Mono"/>
                <a:sym typeface="IBM Plex Mono"/>
              </a:defRPr>
            </a:lvl5pPr>
            <a:lvl6pPr lvl="5" algn="l">
              <a:lnSpc>
                <a:spcPct val="100000"/>
              </a:lnSpc>
              <a:spcBef>
                <a:spcPts val="0"/>
              </a:spcBef>
              <a:spcAft>
                <a:spcPts val="0"/>
              </a:spcAft>
              <a:buSzPts val="3000"/>
              <a:buFont typeface="IBM Plex Mono"/>
              <a:buNone/>
              <a:defRPr sz="3000">
                <a:latin typeface="IBM Plex Mono"/>
                <a:ea typeface="IBM Plex Mono"/>
                <a:cs typeface="IBM Plex Mono"/>
                <a:sym typeface="IBM Plex Mono"/>
              </a:defRPr>
            </a:lvl6pPr>
            <a:lvl7pPr lvl="6" algn="l">
              <a:lnSpc>
                <a:spcPct val="100000"/>
              </a:lnSpc>
              <a:spcBef>
                <a:spcPts val="0"/>
              </a:spcBef>
              <a:spcAft>
                <a:spcPts val="0"/>
              </a:spcAft>
              <a:buSzPts val="3000"/>
              <a:buFont typeface="IBM Plex Mono"/>
              <a:buNone/>
              <a:defRPr sz="3000">
                <a:latin typeface="IBM Plex Mono"/>
                <a:ea typeface="IBM Plex Mono"/>
                <a:cs typeface="IBM Plex Mono"/>
                <a:sym typeface="IBM Plex Mono"/>
              </a:defRPr>
            </a:lvl7pPr>
            <a:lvl8pPr lvl="7" algn="l">
              <a:lnSpc>
                <a:spcPct val="100000"/>
              </a:lnSpc>
              <a:spcBef>
                <a:spcPts val="0"/>
              </a:spcBef>
              <a:spcAft>
                <a:spcPts val="0"/>
              </a:spcAft>
              <a:buSzPts val="3000"/>
              <a:buFont typeface="IBM Plex Mono"/>
              <a:buNone/>
              <a:defRPr sz="3000">
                <a:latin typeface="IBM Plex Mono"/>
                <a:ea typeface="IBM Plex Mono"/>
                <a:cs typeface="IBM Plex Mono"/>
                <a:sym typeface="IBM Plex Mono"/>
              </a:defRPr>
            </a:lvl8pPr>
            <a:lvl9pPr lvl="8" algn="l">
              <a:lnSpc>
                <a:spcPct val="100000"/>
              </a:lnSpc>
              <a:spcBef>
                <a:spcPts val="0"/>
              </a:spcBef>
              <a:spcAft>
                <a:spcPts val="0"/>
              </a:spcAft>
              <a:buSzPts val="3000"/>
              <a:buFont typeface="IBM Plex Mono"/>
              <a:buNone/>
              <a:defRPr sz="3000">
                <a:latin typeface="IBM Plex Mono"/>
                <a:ea typeface="IBM Plex Mono"/>
                <a:cs typeface="IBM Plex Mono"/>
                <a:sym typeface="IBM Plex Mono"/>
              </a:defRPr>
            </a:lvl9pPr>
          </a:lstStyle>
          <a:p>
            <a:endParaRPr/>
          </a:p>
        </p:txBody>
      </p:sp>
      <p:sp>
        <p:nvSpPr>
          <p:cNvPr id="102" name="Google Shape;102;p36"/>
          <p:cNvSpPr txBox="1">
            <a:spLocks noGrp="1"/>
          </p:cNvSpPr>
          <p:nvPr>
            <p:ph type="title" idx="6"/>
          </p:nvPr>
        </p:nvSpPr>
        <p:spPr>
          <a:xfrm>
            <a:off x="720003" y="3040971"/>
            <a:ext cx="1057500" cy="6402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3000"/>
              <a:buNone/>
              <a:defRPr>
                <a:latin typeface="Poppins"/>
                <a:ea typeface="Poppins"/>
                <a:cs typeface="Poppins"/>
                <a:sym typeface="Poppins"/>
              </a:defRPr>
            </a:lvl1pPr>
            <a:lvl2pPr lvl="1" algn="l">
              <a:lnSpc>
                <a:spcPct val="100000"/>
              </a:lnSpc>
              <a:spcBef>
                <a:spcPts val="0"/>
              </a:spcBef>
              <a:spcAft>
                <a:spcPts val="0"/>
              </a:spcAft>
              <a:buSzPts val="3000"/>
              <a:buFont typeface="IBM Plex Mono"/>
              <a:buNone/>
              <a:defRPr sz="3000">
                <a:latin typeface="IBM Plex Mono"/>
                <a:ea typeface="IBM Plex Mono"/>
                <a:cs typeface="IBM Plex Mono"/>
                <a:sym typeface="IBM Plex Mono"/>
              </a:defRPr>
            </a:lvl2pPr>
            <a:lvl3pPr lvl="2" algn="l">
              <a:lnSpc>
                <a:spcPct val="100000"/>
              </a:lnSpc>
              <a:spcBef>
                <a:spcPts val="0"/>
              </a:spcBef>
              <a:spcAft>
                <a:spcPts val="0"/>
              </a:spcAft>
              <a:buSzPts val="3000"/>
              <a:buFont typeface="IBM Plex Mono"/>
              <a:buNone/>
              <a:defRPr sz="3000">
                <a:latin typeface="IBM Plex Mono"/>
                <a:ea typeface="IBM Plex Mono"/>
                <a:cs typeface="IBM Plex Mono"/>
                <a:sym typeface="IBM Plex Mono"/>
              </a:defRPr>
            </a:lvl3pPr>
            <a:lvl4pPr lvl="3" algn="l">
              <a:lnSpc>
                <a:spcPct val="100000"/>
              </a:lnSpc>
              <a:spcBef>
                <a:spcPts val="0"/>
              </a:spcBef>
              <a:spcAft>
                <a:spcPts val="0"/>
              </a:spcAft>
              <a:buSzPts val="3000"/>
              <a:buFont typeface="IBM Plex Mono"/>
              <a:buNone/>
              <a:defRPr sz="3000">
                <a:latin typeface="IBM Plex Mono"/>
                <a:ea typeface="IBM Plex Mono"/>
                <a:cs typeface="IBM Plex Mono"/>
                <a:sym typeface="IBM Plex Mono"/>
              </a:defRPr>
            </a:lvl4pPr>
            <a:lvl5pPr lvl="4" algn="l">
              <a:lnSpc>
                <a:spcPct val="100000"/>
              </a:lnSpc>
              <a:spcBef>
                <a:spcPts val="0"/>
              </a:spcBef>
              <a:spcAft>
                <a:spcPts val="0"/>
              </a:spcAft>
              <a:buSzPts val="3000"/>
              <a:buFont typeface="IBM Plex Mono"/>
              <a:buNone/>
              <a:defRPr sz="3000">
                <a:latin typeface="IBM Plex Mono"/>
                <a:ea typeface="IBM Plex Mono"/>
                <a:cs typeface="IBM Plex Mono"/>
                <a:sym typeface="IBM Plex Mono"/>
              </a:defRPr>
            </a:lvl5pPr>
            <a:lvl6pPr lvl="5" algn="l">
              <a:lnSpc>
                <a:spcPct val="100000"/>
              </a:lnSpc>
              <a:spcBef>
                <a:spcPts val="0"/>
              </a:spcBef>
              <a:spcAft>
                <a:spcPts val="0"/>
              </a:spcAft>
              <a:buSzPts val="3000"/>
              <a:buFont typeface="IBM Plex Mono"/>
              <a:buNone/>
              <a:defRPr sz="3000">
                <a:latin typeface="IBM Plex Mono"/>
                <a:ea typeface="IBM Plex Mono"/>
                <a:cs typeface="IBM Plex Mono"/>
                <a:sym typeface="IBM Plex Mono"/>
              </a:defRPr>
            </a:lvl6pPr>
            <a:lvl7pPr lvl="6" algn="l">
              <a:lnSpc>
                <a:spcPct val="100000"/>
              </a:lnSpc>
              <a:spcBef>
                <a:spcPts val="0"/>
              </a:spcBef>
              <a:spcAft>
                <a:spcPts val="0"/>
              </a:spcAft>
              <a:buSzPts val="3000"/>
              <a:buFont typeface="IBM Plex Mono"/>
              <a:buNone/>
              <a:defRPr sz="3000">
                <a:latin typeface="IBM Plex Mono"/>
                <a:ea typeface="IBM Plex Mono"/>
                <a:cs typeface="IBM Plex Mono"/>
                <a:sym typeface="IBM Plex Mono"/>
              </a:defRPr>
            </a:lvl7pPr>
            <a:lvl8pPr lvl="7" algn="l">
              <a:lnSpc>
                <a:spcPct val="100000"/>
              </a:lnSpc>
              <a:spcBef>
                <a:spcPts val="0"/>
              </a:spcBef>
              <a:spcAft>
                <a:spcPts val="0"/>
              </a:spcAft>
              <a:buSzPts val="3000"/>
              <a:buFont typeface="IBM Plex Mono"/>
              <a:buNone/>
              <a:defRPr sz="3000">
                <a:latin typeface="IBM Plex Mono"/>
                <a:ea typeface="IBM Plex Mono"/>
                <a:cs typeface="IBM Plex Mono"/>
                <a:sym typeface="IBM Plex Mono"/>
              </a:defRPr>
            </a:lvl8pPr>
            <a:lvl9pPr lvl="8" algn="l">
              <a:lnSpc>
                <a:spcPct val="100000"/>
              </a:lnSpc>
              <a:spcBef>
                <a:spcPts val="0"/>
              </a:spcBef>
              <a:spcAft>
                <a:spcPts val="0"/>
              </a:spcAft>
              <a:buSzPts val="3000"/>
              <a:buFont typeface="IBM Plex Mono"/>
              <a:buNone/>
              <a:defRPr sz="3000">
                <a:latin typeface="IBM Plex Mono"/>
                <a:ea typeface="IBM Plex Mono"/>
                <a:cs typeface="IBM Plex Mono"/>
                <a:sym typeface="IBM Plex Mono"/>
              </a:defRPr>
            </a:lvl9pPr>
          </a:lstStyle>
          <a:p>
            <a:endParaRPr/>
          </a:p>
        </p:txBody>
      </p:sp>
      <p:sp>
        <p:nvSpPr>
          <p:cNvPr id="103" name="Google Shape;103;p36"/>
          <p:cNvSpPr txBox="1">
            <a:spLocks noGrp="1"/>
          </p:cNvSpPr>
          <p:nvPr>
            <p:ph type="title" idx="7"/>
          </p:nvPr>
        </p:nvSpPr>
        <p:spPr>
          <a:xfrm>
            <a:off x="4366698" y="1344775"/>
            <a:ext cx="1057500" cy="6402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3000"/>
              <a:buNone/>
              <a:defRPr>
                <a:latin typeface="Poppins"/>
                <a:ea typeface="Poppins"/>
                <a:cs typeface="Poppins"/>
                <a:sym typeface="Poppins"/>
              </a:defRPr>
            </a:lvl1pPr>
            <a:lvl2pPr lvl="1" algn="l">
              <a:lnSpc>
                <a:spcPct val="100000"/>
              </a:lnSpc>
              <a:spcBef>
                <a:spcPts val="0"/>
              </a:spcBef>
              <a:spcAft>
                <a:spcPts val="0"/>
              </a:spcAft>
              <a:buSzPts val="3000"/>
              <a:buFont typeface="IBM Plex Mono"/>
              <a:buNone/>
              <a:defRPr sz="3000">
                <a:latin typeface="IBM Plex Mono"/>
                <a:ea typeface="IBM Plex Mono"/>
                <a:cs typeface="IBM Plex Mono"/>
                <a:sym typeface="IBM Plex Mono"/>
              </a:defRPr>
            </a:lvl2pPr>
            <a:lvl3pPr lvl="2" algn="l">
              <a:lnSpc>
                <a:spcPct val="100000"/>
              </a:lnSpc>
              <a:spcBef>
                <a:spcPts val="0"/>
              </a:spcBef>
              <a:spcAft>
                <a:spcPts val="0"/>
              </a:spcAft>
              <a:buSzPts val="3000"/>
              <a:buFont typeface="IBM Plex Mono"/>
              <a:buNone/>
              <a:defRPr sz="3000">
                <a:latin typeface="IBM Plex Mono"/>
                <a:ea typeface="IBM Plex Mono"/>
                <a:cs typeface="IBM Plex Mono"/>
                <a:sym typeface="IBM Plex Mono"/>
              </a:defRPr>
            </a:lvl3pPr>
            <a:lvl4pPr lvl="3" algn="l">
              <a:lnSpc>
                <a:spcPct val="100000"/>
              </a:lnSpc>
              <a:spcBef>
                <a:spcPts val="0"/>
              </a:spcBef>
              <a:spcAft>
                <a:spcPts val="0"/>
              </a:spcAft>
              <a:buSzPts val="3000"/>
              <a:buFont typeface="IBM Plex Mono"/>
              <a:buNone/>
              <a:defRPr sz="3000">
                <a:latin typeface="IBM Plex Mono"/>
                <a:ea typeface="IBM Plex Mono"/>
                <a:cs typeface="IBM Plex Mono"/>
                <a:sym typeface="IBM Plex Mono"/>
              </a:defRPr>
            </a:lvl4pPr>
            <a:lvl5pPr lvl="4" algn="l">
              <a:lnSpc>
                <a:spcPct val="100000"/>
              </a:lnSpc>
              <a:spcBef>
                <a:spcPts val="0"/>
              </a:spcBef>
              <a:spcAft>
                <a:spcPts val="0"/>
              </a:spcAft>
              <a:buSzPts val="3000"/>
              <a:buFont typeface="IBM Plex Mono"/>
              <a:buNone/>
              <a:defRPr sz="3000">
                <a:latin typeface="IBM Plex Mono"/>
                <a:ea typeface="IBM Plex Mono"/>
                <a:cs typeface="IBM Plex Mono"/>
                <a:sym typeface="IBM Plex Mono"/>
              </a:defRPr>
            </a:lvl5pPr>
            <a:lvl6pPr lvl="5" algn="l">
              <a:lnSpc>
                <a:spcPct val="100000"/>
              </a:lnSpc>
              <a:spcBef>
                <a:spcPts val="0"/>
              </a:spcBef>
              <a:spcAft>
                <a:spcPts val="0"/>
              </a:spcAft>
              <a:buSzPts val="3000"/>
              <a:buFont typeface="IBM Plex Mono"/>
              <a:buNone/>
              <a:defRPr sz="3000">
                <a:latin typeface="IBM Plex Mono"/>
                <a:ea typeface="IBM Plex Mono"/>
                <a:cs typeface="IBM Plex Mono"/>
                <a:sym typeface="IBM Plex Mono"/>
              </a:defRPr>
            </a:lvl6pPr>
            <a:lvl7pPr lvl="6" algn="l">
              <a:lnSpc>
                <a:spcPct val="100000"/>
              </a:lnSpc>
              <a:spcBef>
                <a:spcPts val="0"/>
              </a:spcBef>
              <a:spcAft>
                <a:spcPts val="0"/>
              </a:spcAft>
              <a:buSzPts val="3000"/>
              <a:buFont typeface="IBM Plex Mono"/>
              <a:buNone/>
              <a:defRPr sz="3000">
                <a:latin typeface="IBM Plex Mono"/>
                <a:ea typeface="IBM Plex Mono"/>
                <a:cs typeface="IBM Plex Mono"/>
                <a:sym typeface="IBM Plex Mono"/>
              </a:defRPr>
            </a:lvl7pPr>
            <a:lvl8pPr lvl="7" algn="l">
              <a:lnSpc>
                <a:spcPct val="100000"/>
              </a:lnSpc>
              <a:spcBef>
                <a:spcPts val="0"/>
              </a:spcBef>
              <a:spcAft>
                <a:spcPts val="0"/>
              </a:spcAft>
              <a:buSzPts val="3000"/>
              <a:buFont typeface="IBM Plex Mono"/>
              <a:buNone/>
              <a:defRPr sz="3000">
                <a:latin typeface="IBM Plex Mono"/>
                <a:ea typeface="IBM Plex Mono"/>
                <a:cs typeface="IBM Plex Mono"/>
                <a:sym typeface="IBM Plex Mono"/>
              </a:defRPr>
            </a:lvl8pPr>
            <a:lvl9pPr lvl="8" algn="l">
              <a:lnSpc>
                <a:spcPct val="100000"/>
              </a:lnSpc>
              <a:spcBef>
                <a:spcPts val="0"/>
              </a:spcBef>
              <a:spcAft>
                <a:spcPts val="0"/>
              </a:spcAft>
              <a:buSzPts val="3000"/>
              <a:buFont typeface="IBM Plex Mono"/>
              <a:buNone/>
              <a:defRPr sz="3000">
                <a:latin typeface="IBM Plex Mono"/>
                <a:ea typeface="IBM Plex Mono"/>
                <a:cs typeface="IBM Plex Mono"/>
                <a:sym typeface="IBM Plex Mono"/>
              </a:defRPr>
            </a:lvl9pPr>
          </a:lstStyle>
          <a:p>
            <a:endParaRPr/>
          </a:p>
        </p:txBody>
      </p:sp>
      <p:sp>
        <p:nvSpPr>
          <p:cNvPr id="104" name="Google Shape;104;p36"/>
          <p:cNvSpPr txBox="1">
            <a:spLocks noGrp="1"/>
          </p:cNvSpPr>
          <p:nvPr>
            <p:ph type="title" idx="8"/>
          </p:nvPr>
        </p:nvSpPr>
        <p:spPr>
          <a:xfrm>
            <a:off x="4366698" y="3040971"/>
            <a:ext cx="1057500" cy="6402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3000"/>
              <a:buNone/>
              <a:defRPr>
                <a:latin typeface="Poppins"/>
                <a:ea typeface="Poppins"/>
                <a:cs typeface="Poppins"/>
                <a:sym typeface="Poppins"/>
              </a:defRPr>
            </a:lvl1pPr>
            <a:lvl2pPr lvl="1" algn="l">
              <a:lnSpc>
                <a:spcPct val="100000"/>
              </a:lnSpc>
              <a:spcBef>
                <a:spcPts val="0"/>
              </a:spcBef>
              <a:spcAft>
                <a:spcPts val="0"/>
              </a:spcAft>
              <a:buSzPts val="3000"/>
              <a:buFont typeface="IBM Plex Mono"/>
              <a:buNone/>
              <a:defRPr sz="3000">
                <a:latin typeface="IBM Plex Mono"/>
                <a:ea typeface="IBM Plex Mono"/>
                <a:cs typeface="IBM Plex Mono"/>
                <a:sym typeface="IBM Plex Mono"/>
              </a:defRPr>
            </a:lvl2pPr>
            <a:lvl3pPr lvl="2" algn="l">
              <a:lnSpc>
                <a:spcPct val="100000"/>
              </a:lnSpc>
              <a:spcBef>
                <a:spcPts val="0"/>
              </a:spcBef>
              <a:spcAft>
                <a:spcPts val="0"/>
              </a:spcAft>
              <a:buSzPts val="3000"/>
              <a:buFont typeface="IBM Plex Mono"/>
              <a:buNone/>
              <a:defRPr sz="3000">
                <a:latin typeface="IBM Plex Mono"/>
                <a:ea typeface="IBM Plex Mono"/>
                <a:cs typeface="IBM Plex Mono"/>
                <a:sym typeface="IBM Plex Mono"/>
              </a:defRPr>
            </a:lvl3pPr>
            <a:lvl4pPr lvl="3" algn="l">
              <a:lnSpc>
                <a:spcPct val="100000"/>
              </a:lnSpc>
              <a:spcBef>
                <a:spcPts val="0"/>
              </a:spcBef>
              <a:spcAft>
                <a:spcPts val="0"/>
              </a:spcAft>
              <a:buSzPts val="3000"/>
              <a:buFont typeface="IBM Plex Mono"/>
              <a:buNone/>
              <a:defRPr sz="3000">
                <a:latin typeface="IBM Plex Mono"/>
                <a:ea typeface="IBM Plex Mono"/>
                <a:cs typeface="IBM Plex Mono"/>
                <a:sym typeface="IBM Plex Mono"/>
              </a:defRPr>
            </a:lvl4pPr>
            <a:lvl5pPr lvl="4" algn="l">
              <a:lnSpc>
                <a:spcPct val="100000"/>
              </a:lnSpc>
              <a:spcBef>
                <a:spcPts val="0"/>
              </a:spcBef>
              <a:spcAft>
                <a:spcPts val="0"/>
              </a:spcAft>
              <a:buSzPts val="3000"/>
              <a:buFont typeface="IBM Plex Mono"/>
              <a:buNone/>
              <a:defRPr sz="3000">
                <a:latin typeface="IBM Plex Mono"/>
                <a:ea typeface="IBM Plex Mono"/>
                <a:cs typeface="IBM Plex Mono"/>
                <a:sym typeface="IBM Plex Mono"/>
              </a:defRPr>
            </a:lvl5pPr>
            <a:lvl6pPr lvl="5" algn="l">
              <a:lnSpc>
                <a:spcPct val="100000"/>
              </a:lnSpc>
              <a:spcBef>
                <a:spcPts val="0"/>
              </a:spcBef>
              <a:spcAft>
                <a:spcPts val="0"/>
              </a:spcAft>
              <a:buSzPts val="3000"/>
              <a:buFont typeface="IBM Plex Mono"/>
              <a:buNone/>
              <a:defRPr sz="3000">
                <a:latin typeface="IBM Plex Mono"/>
                <a:ea typeface="IBM Plex Mono"/>
                <a:cs typeface="IBM Plex Mono"/>
                <a:sym typeface="IBM Plex Mono"/>
              </a:defRPr>
            </a:lvl6pPr>
            <a:lvl7pPr lvl="6" algn="l">
              <a:lnSpc>
                <a:spcPct val="100000"/>
              </a:lnSpc>
              <a:spcBef>
                <a:spcPts val="0"/>
              </a:spcBef>
              <a:spcAft>
                <a:spcPts val="0"/>
              </a:spcAft>
              <a:buSzPts val="3000"/>
              <a:buFont typeface="IBM Plex Mono"/>
              <a:buNone/>
              <a:defRPr sz="3000">
                <a:latin typeface="IBM Plex Mono"/>
                <a:ea typeface="IBM Plex Mono"/>
                <a:cs typeface="IBM Plex Mono"/>
                <a:sym typeface="IBM Plex Mono"/>
              </a:defRPr>
            </a:lvl7pPr>
            <a:lvl8pPr lvl="7" algn="l">
              <a:lnSpc>
                <a:spcPct val="100000"/>
              </a:lnSpc>
              <a:spcBef>
                <a:spcPts val="0"/>
              </a:spcBef>
              <a:spcAft>
                <a:spcPts val="0"/>
              </a:spcAft>
              <a:buSzPts val="3000"/>
              <a:buFont typeface="IBM Plex Mono"/>
              <a:buNone/>
              <a:defRPr sz="3000">
                <a:latin typeface="IBM Plex Mono"/>
                <a:ea typeface="IBM Plex Mono"/>
                <a:cs typeface="IBM Plex Mono"/>
                <a:sym typeface="IBM Plex Mono"/>
              </a:defRPr>
            </a:lvl8pPr>
            <a:lvl9pPr lvl="8" algn="l">
              <a:lnSpc>
                <a:spcPct val="100000"/>
              </a:lnSpc>
              <a:spcBef>
                <a:spcPts val="0"/>
              </a:spcBef>
              <a:spcAft>
                <a:spcPts val="0"/>
              </a:spcAft>
              <a:buSzPts val="3000"/>
              <a:buFont typeface="IBM Plex Mono"/>
              <a:buNone/>
              <a:defRPr sz="3000">
                <a:latin typeface="IBM Plex Mono"/>
                <a:ea typeface="IBM Plex Mono"/>
                <a:cs typeface="IBM Plex Mono"/>
                <a:sym typeface="IBM Plex Mono"/>
              </a:defRPr>
            </a:lvl9pPr>
          </a:lstStyle>
          <a:p>
            <a:endParaRPr/>
          </a:p>
        </p:txBody>
      </p:sp>
      <p:sp>
        <p:nvSpPr>
          <p:cNvPr id="105" name="Google Shape;105;p36"/>
          <p:cNvSpPr txBox="1">
            <a:spLocks noGrp="1"/>
          </p:cNvSpPr>
          <p:nvPr>
            <p:ph type="subTitle" idx="9"/>
          </p:nvPr>
        </p:nvSpPr>
        <p:spPr>
          <a:xfrm>
            <a:off x="720000" y="1918675"/>
            <a:ext cx="3233700" cy="4023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Source Code Pro"/>
              <a:buNone/>
              <a:defRPr sz="1900" b="1">
                <a:latin typeface="IBM Plex Mono"/>
                <a:ea typeface="IBM Plex Mono"/>
                <a:cs typeface="IBM Plex Mono"/>
                <a:sym typeface="IBM Plex Mono"/>
              </a:defRPr>
            </a:lvl1pPr>
            <a:lvl2pPr lvl="1" algn="ctr">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2pPr>
            <a:lvl3pPr lvl="2" algn="ctr">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3pPr>
            <a:lvl4pPr lvl="3" algn="ctr">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4pPr>
            <a:lvl5pPr lvl="4" algn="ctr">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5pPr>
            <a:lvl6pPr lvl="5" algn="ctr">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6pPr>
            <a:lvl7pPr lvl="6" algn="ctr">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7pPr>
            <a:lvl8pPr lvl="7" algn="ctr">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8pPr>
            <a:lvl9pPr lvl="8" algn="ctr">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9pPr>
          </a:lstStyle>
          <a:p>
            <a:endParaRPr/>
          </a:p>
        </p:txBody>
      </p:sp>
      <p:sp>
        <p:nvSpPr>
          <p:cNvPr id="106" name="Google Shape;106;p36"/>
          <p:cNvSpPr txBox="1">
            <a:spLocks noGrp="1"/>
          </p:cNvSpPr>
          <p:nvPr>
            <p:ph type="subTitle" idx="13"/>
          </p:nvPr>
        </p:nvSpPr>
        <p:spPr>
          <a:xfrm>
            <a:off x="4366698" y="1918675"/>
            <a:ext cx="3233700" cy="4023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Source Code Pro"/>
              <a:buNone/>
              <a:defRPr sz="1900" b="1">
                <a:latin typeface="IBM Plex Mono"/>
                <a:ea typeface="IBM Plex Mono"/>
                <a:cs typeface="IBM Plex Mono"/>
                <a:sym typeface="IBM Plex Mono"/>
              </a:defRPr>
            </a:lvl1pPr>
            <a:lvl2pPr lvl="1" algn="ctr">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2pPr>
            <a:lvl3pPr lvl="2" algn="ctr">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3pPr>
            <a:lvl4pPr lvl="3" algn="ctr">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4pPr>
            <a:lvl5pPr lvl="4" algn="ctr">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5pPr>
            <a:lvl6pPr lvl="5" algn="ctr">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6pPr>
            <a:lvl7pPr lvl="6" algn="ctr">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7pPr>
            <a:lvl8pPr lvl="7" algn="ctr">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8pPr>
            <a:lvl9pPr lvl="8" algn="ctr">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9pPr>
          </a:lstStyle>
          <a:p>
            <a:endParaRPr/>
          </a:p>
        </p:txBody>
      </p:sp>
      <p:sp>
        <p:nvSpPr>
          <p:cNvPr id="107" name="Google Shape;107;p36"/>
          <p:cNvSpPr txBox="1">
            <a:spLocks noGrp="1"/>
          </p:cNvSpPr>
          <p:nvPr>
            <p:ph type="subTitle" idx="14"/>
          </p:nvPr>
        </p:nvSpPr>
        <p:spPr>
          <a:xfrm>
            <a:off x="720000" y="3614801"/>
            <a:ext cx="3233700" cy="4023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19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08" name="Google Shape;108;p36"/>
          <p:cNvSpPr txBox="1">
            <a:spLocks noGrp="1"/>
          </p:cNvSpPr>
          <p:nvPr>
            <p:ph type="subTitle" idx="15"/>
          </p:nvPr>
        </p:nvSpPr>
        <p:spPr>
          <a:xfrm>
            <a:off x="4366698" y="3614801"/>
            <a:ext cx="3233700" cy="4023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19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109" name="Google Shape;109;p36"/>
          <p:cNvGrpSpPr/>
          <p:nvPr/>
        </p:nvGrpSpPr>
        <p:grpSpPr>
          <a:xfrm>
            <a:off x="-808923" y="2711464"/>
            <a:ext cx="2097951" cy="3309499"/>
            <a:chOff x="-656523" y="2711464"/>
            <a:chExt cx="2097951" cy="3309499"/>
          </a:xfrm>
        </p:grpSpPr>
        <p:sp>
          <p:nvSpPr>
            <p:cNvPr id="110" name="Google Shape;110;p36"/>
            <p:cNvSpPr/>
            <p:nvPr/>
          </p:nvSpPr>
          <p:spPr>
            <a:xfrm flipH="1">
              <a:off x="-352474" y="4279466"/>
              <a:ext cx="1139424" cy="986746"/>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1" name="Google Shape;111;p36"/>
            <p:cNvGrpSpPr/>
            <p:nvPr/>
          </p:nvGrpSpPr>
          <p:grpSpPr>
            <a:xfrm>
              <a:off x="323479" y="4682324"/>
              <a:ext cx="328346" cy="328531"/>
              <a:chOff x="3678700" y="407275"/>
              <a:chExt cx="708100" cy="708500"/>
            </a:xfrm>
          </p:grpSpPr>
          <p:sp>
            <p:nvSpPr>
              <p:cNvPr id="112" name="Google Shape;112;p36"/>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 name="Google Shape;113;p36"/>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36"/>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36"/>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36"/>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6"/>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 name="Google Shape;118;p36"/>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9" name="Google Shape;119;p36"/>
            <p:cNvGrpSpPr/>
            <p:nvPr/>
          </p:nvGrpSpPr>
          <p:grpSpPr>
            <a:xfrm>
              <a:off x="-541317" y="2711464"/>
              <a:ext cx="1117945" cy="1598548"/>
              <a:chOff x="-541317" y="2711464"/>
              <a:chExt cx="1117945" cy="1598548"/>
            </a:xfrm>
          </p:grpSpPr>
          <p:sp>
            <p:nvSpPr>
              <p:cNvPr id="120" name="Google Shape;120;p36"/>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rgbClr val="0C0A9E">
                  <a:alpha val="3137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1" name="Google Shape;121;p36"/>
              <p:cNvGrpSpPr/>
              <p:nvPr/>
            </p:nvGrpSpPr>
            <p:grpSpPr>
              <a:xfrm>
                <a:off x="442584" y="4120912"/>
                <a:ext cx="134044" cy="134013"/>
                <a:chOff x="1101075" y="2142375"/>
                <a:chExt cx="439200" cy="439100"/>
              </a:xfrm>
            </p:grpSpPr>
            <p:sp>
              <p:nvSpPr>
                <p:cNvPr id="122" name="Google Shape;122;p3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3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124" name="Google Shape;124;p36"/>
            <p:cNvGrpSpPr/>
            <p:nvPr/>
          </p:nvGrpSpPr>
          <p:grpSpPr>
            <a:xfrm rot="-9080766">
              <a:off x="-341725" y="3731687"/>
              <a:ext cx="1117904" cy="1598489"/>
              <a:chOff x="-541317" y="2711464"/>
              <a:chExt cx="1117945" cy="1598548"/>
            </a:xfrm>
          </p:grpSpPr>
          <p:sp>
            <p:nvSpPr>
              <p:cNvPr id="125" name="Google Shape;125;p36"/>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rgbClr val="0C0A9E">
                  <a:alpha val="3137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6" name="Google Shape;126;p36"/>
              <p:cNvGrpSpPr/>
              <p:nvPr/>
            </p:nvGrpSpPr>
            <p:grpSpPr>
              <a:xfrm>
                <a:off x="442584" y="4120912"/>
                <a:ext cx="134044" cy="134013"/>
                <a:chOff x="1101075" y="2142375"/>
                <a:chExt cx="439200" cy="439100"/>
              </a:xfrm>
            </p:grpSpPr>
            <p:sp>
              <p:nvSpPr>
                <p:cNvPr id="127" name="Google Shape;127;p3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 name="Google Shape;128;p3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129" name="Google Shape;129;p36"/>
            <p:cNvGrpSpPr/>
            <p:nvPr/>
          </p:nvGrpSpPr>
          <p:grpSpPr>
            <a:xfrm rot="10800000">
              <a:off x="323483" y="4422415"/>
              <a:ext cx="1117945" cy="1598548"/>
              <a:chOff x="-541317" y="2711464"/>
              <a:chExt cx="1117945" cy="1598548"/>
            </a:xfrm>
          </p:grpSpPr>
          <p:sp>
            <p:nvSpPr>
              <p:cNvPr id="130" name="Google Shape;130;p36"/>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rgbClr val="0C0A9E">
                  <a:alpha val="31372"/>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1" name="Google Shape;131;p36"/>
              <p:cNvGrpSpPr/>
              <p:nvPr/>
            </p:nvGrpSpPr>
            <p:grpSpPr>
              <a:xfrm>
                <a:off x="442584" y="4120912"/>
                <a:ext cx="134044" cy="134013"/>
                <a:chOff x="1101075" y="2142375"/>
                <a:chExt cx="439200" cy="439100"/>
              </a:xfrm>
            </p:grpSpPr>
            <p:sp>
              <p:nvSpPr>
                <p:cNvPr id="132" name="Google Shape;132;p3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 name="Google Shape;133;p3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grpSp>
        <p:nvGrpSpPr>
          <p:cNvPr id="134" name="Google Shape;134;p36"/>
          <p:cNvGrpSpPr/>
          <p:nvPr/>
        </p:nvGrpSpPr>
        <p:grpSpPr>
          <a:xfrm>
            <a:off x="6470875" y="-1735181"/>
            <a:ext cx="4257001" cy="4171657"/>
            <a:chOff x="6394675" y="-1658981"/>
            <a:chExt cx="4257001" cy="4171657"/>
          </a:xfrm>
        </p:grpSpPr>
        <p:grpSp>
          <p:nvGrpSpPr>
            <p:cNvPr id="135" name="Google Shape;135;p36"/>
            <p:cNvGrpSpPr/>
            <p:nvPr/>
          </p:nvGrpSpPr>
          <p:grpSpPr>
            <a:xfrm rot="-2700000" flipH="1">
              <a:off x="7289785" y="-1246897"/>
              <a:ext cx="2552124" cy="3347490"/>
              <a:chOff x="2976325" y="908175"/>
              <a:chExt cx="4028179" cy="5283555"/>
            </a:xfrm>
          </p:grpSpPr>
          <p:sp>
            <p:nvSpPr>
              <p:cNvPr id="136" name="Google Shape;136;p36"/>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 name="Google Shape;137;p36"/>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 name="Google Shape;138;p36"/>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39" name="Google Shape;139;p36"/>
            <p:cNvSpPr/>
            <p:nvPr/>
          </p:nvSpPr>
          <p:spPr>
            <a:xfrm>
              <a:off x="6394675" y="0"/>
              <a:ext cx="284119" cy="246048"/>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 name="Google Shape;140;p36"/>
            <p:cNvSpPr/>
            <p:nvPr/>
          </p:nvSpPr>
          <p:spPr>
            <a:xfrm>
              <a:off x="6627600" y="-49075"/>
              <a:ext cx="570546" cy="494095"/>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41" name="Google Shape;141;p36"/>
          <p:cNvGrpSpPr/>
          <p:nvPr/>
        </p:nvGrpSpPr>
        <p:grpSpPr>
          <a:xfrm>
            <a:off x="783712" y="-601348"/>
            <a:ext cx="993792" cy="1795200"/>
            <a:chOff x="783712" y="-601348"/>
            <a:chExt cx="993792" cy="1795200"/>
          </a:xfrm>
        </p:grpSpPr>
        <p:sp>
          <p:nvSpPr>
            <p:cNvPr id="142" name="Google Shape;142;p36"/>
            <p:cNvSpPr/>
            <p:nvPr/>
          </p:nvSpPr>
          <p:spPr>
            <a:xfrm>
              <a:off x="1643404" y="2292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43" name="Google Shape;143;p36"/>
            <p:cNvCxnSpPr/>
            <p:nvPr/>
          </p:nvCxnSpPr>
          <p:spPr>
            <a:xfrm rot="10800000">
              <a:off x="783712" y="-601348"/>
              <a:ext cx="0" cy="1795200"/>
            </a:xfrm>
            <a:prstGeom prst="straightConnector1">
              <a:avLst/>
            </a:prstGeom>
            <a:noFill/>
            <a:ln w="9525" cap="flat" cmpd="sng">
              <a:solidFill>
                <a:schemeClr val="dk2"/>
              </a:solidFill>
              <a:prstDash val="solid"/>
              <a:round/>
              <a:headEnd type="none" w="sm" len="sm"/>
              <a:tailEnd type="none" w="sm" len="sm"/>
            </a:ln>
          </p:spPr>
        </p:cxnSp>
        <p:sp>
          <p:nvSpPr>
            <p:cNvPr id="144" name="Google Shape;144;p36"/>
            <p:cNvSpPr/>
            <p:nvPr/>
          </p:nvSpPr>
          <p:spPr>
            <a:xfrm>
              <a:off x="1673517" y="2593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5"/>
        <p:cNvGrpSpPr/>
        <p:nvPr/>
      </p:nvGrpSpPr>
      <p:grpSpPr>
        <a:xfrm>
          <a:off x="0" y="0"/>
          <a:ext cx="0" cy="0"/>
          <a:chOff x="0" y="0"/>
          <a:chExt cx="0" cy="0"/>
        </a:xfrm>
      </p:grpSpPr>
      <p:sp>
        <p:nvSpPr>
          <p:cNvPr id="146" name="Google Shape;146;p37"/>
          <p:cNvSpPr txBox="1">
            <a:spLocks noGrp="1"/>
          </p:cNvSpPr>
          <p:nvPr>
            <p:ph type="title"/>
          </p:nvPr>
        </p:nvSpPr>
        <p:spPr>
          <a:xfrm>
            <a:off x="720000" y="2079325"/>
            <a:ext cx="55980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600"/>
              <a:buNone/>
              <a:defRPr sz="50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47" name="Google Shape;147;p37"/>
          <p:cNvSpPr txBox="1">
            <a:spLocks noGrp="1"/>
          </p:cNvSpPr>
          <p:nvPr>
            <p:ph type="title" idx="2"/>
          </p:nvPr>
        </p:nvSpPr>
        <p:spPr>
          <a:xfrm>
            <a:off x="720000" y="1025725"/>
            <a:ext cx="1702500" cy="9936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6000"/>
              <a:buNone/>
              <a:defRPr sz="6200">
                <a:latin typeface="Poppins"/>
                <a:ea typeface="Poppins"/>
                <a:cs typeface="Poppins"/>
                <a:sym typeface="Poppins"/>
              </a:defRPr>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a:endParaRPr/>
          </a:p>
        </p:txBody>
      </p:sp>
      <p:sp>
        <p:nvSpPr>
          <p:cNvPr id="148" name="Google Shape;148;p37"/>
          <p:cNvSpPr txBox="1">
            <a:spLocks noGrp="1"/>
          </p:cNvSpPr>
          <p:nvPr>
            <p:ph type="subTitle" idx="1"/>
          </p:nvPr>
        </p:nvSpPr>
        <p:spPr>
          <a:xfrm>
            <a:off x="720000" y="3252375"/>
            <a:ext cx="5598000" cy="457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149" name="Google Shape;149;p37"/>
          <p:cNvGrpSpPr/>
          <p:nvPr/>
        </p:nvGrpSpPr>
        <p:grpSpPr>
          <a:xfrm>
            <a:off x="-539205" y="-1717975"/>
            <a:ext cx="4397193" cy="4171657"/>
            <a:chOff x="-494405" y="-1584825"/>
            <a:chExt cx="4397193" cy="4171657"/>
          </a:xfrm>
        </p:grpSpPr>
        <p:grpSp>
          <p:nvGrpSpPr>
            <p:cNvPr id="150" name="Google Shape;150;p37"/>
            <p:cNvGrpSpPr/>
            <p:nvPr/>
          </p:nvGrpSpPr>
          <p:grpSpPr>
            <a:xfrm>
              <a:off x="-494405" y="-252396"/>
              <a:ext cx="1741563" cy="1288563"/>
              <a:chOff x="-494405" y="-252396"/>
              <a:chExt cx="1741563" cy="1288563"/>
            </a:xfrm>
          </p:grpSpPr>
          <p:sp>
            <p:nvSpPr>
              <p:cNvPr id="151" name="Google Shape;151;p37"/>
              <p:cNvSpPr/>
              <p:nvPr/>
            </p:nvSpPr>
            <p:spPr>
              <a:xfrm rot="2700000">
                <a:off x="-315569"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p37"/>
              <p:cNvSpPr/>
              <p:nvPr/>
            </p:nvSpPr>
            <p:spPr>
              <a:xfrm rot="2700000">
                <a:off x="137431"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53" name="Google Shape;153;p37"/>
            <p:cNvGrpSpPr/>
            <p:nvPr/>
          </p:nvGrpSpPr>
          <p:grpSpPr>
            <a:xfrm>
              <a:off x="245875" y="-51824"/>
              <a:ext cx="208200" cy="1824700"/>
              <a:chOff x="1040050" y="3812126"/>
              <a:chExt cx="208200" cy="1824700"/>
            </a:xfrm>
          </p:grpSpPr>
          <p:sp>
            <p:nvSpPr>
              <p:cNvPr id="154" name="Google Shape;154;p37"/>
              <p:cNvSpPr/>
              <p:nvPr/>
            </p:nvSpPr>
            <p:spPr>
              <a:xfrm>
                <a:off x="1040050" y="3812126"/>
                <a:ext cx="12550" cy="1824700"/>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srgbClr>
                  </a:gs>
                  <a:gs pos="100000">
                    <a:srgbClr val="FFFFFF">
                      <a:alpha val="46666"/>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p37"/>
              <p:cNvSpPr/>
              <p:nvPr/>
            </p:nvSpPr>
            <p:spPr>
              <a:xfrm>
                <a:off x="1235741" y="3812126"/>
                <a:ext cx="12509" cy="1824700"/>
              </a:xfrm>
              <a:custGeom>
                <a:avLst/>
                <a:gdLst/>
                <a:ahLst/>
                <a:cxnLst/>
                <a:rect l="l" t="t" r="r" b="b"/>
                <a:pathLst>
                  <a:path w="305" h="27731" extrusionOk="0">
                    <a:moveTo>
                      <a:pt x="0" y="1"/>
                    </a:moveTo>
                    <a:lnTo>
                      <a:pt x="0" y="27730"/>
                    </a:lnTo>
                    <a:lnTo>
                      <a:pt x="305" y="27730"/>
                    </a:lnTo>
                    <a:lnTo>
                      <a:pt x="305"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56" name="Google Shape;156;p37"/>
            <p:cNvGrpSpPr/>
            <p:nvPr/>
          </p:nvGrpSpPr>
          <p:grpSpPr>
            <a:xfrm>
              <a:off x="441574" y="-36652"/>
              <a:ext cx="699940" cy="478601"/>
              <a:chOff x="39723" y="4349021"/>
              <a:chExt cx="1061964" cy="726143"/>
            </a:xfrm>
          </p:grpSpPr>
          <p:grpSp>
            <p:nvGrpSpPr>
              <p:cNvPr id="157" name="Google Shape;157;p37"/>
              <p:cNvGrpSpPr/>
              <p:nvPr/>
            </p:nvGrpSpPr>
            <p:grpSpPr>
              <a:xfrm rot="2700000">
                <a:off x="140502" y="4460924"/>
                <a:ext cx="524584" cy="502337"/>
                <a:chOff x="1189791" y="-1767331"/>
                <a:chExt cx="904284" cy="865933"/>
              </a:xfrm>
            </p:grpSpPr>
            <p:sp>
              <p:nvSpPr>
                <p:cNvPr id="158" name="Google Shape;158;p37"/>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59" name="Google Shape;159;p37"/>
                <p:cNvGrpSpPr/>
                <p:nvPr/>
              </p:nvGrpSpPr>
              <p:grpSpPr>
                <a:xfrm>
                  <a:off x="1232795" y="-1740829"/>
                  <a:ext cx="717622" cy="717393"/>
                  <a:chOff x="1483457" y="3953671"/>
                  <a:chExt cx="717622" cy="717393"/>
                </a:xfrm>
              </p:grpSpPr>
              <p:sp>
                <p:nvSpPr>
                  <p:cNvPr id="160" name="Google Shape;160;p37"/>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 name="Google Shape;161;p37"/>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 name="Google Shape;162;p37"/>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 name="Google Shape;163;p37"/>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p37"/>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165" name="Google Shape;165;p37"/>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66" name="Google Shape;166;p37"/>
            <p:cNvGrpSpPr/>
            <p:nvPr/>
          </p:nvGrpSpPr>
          <p:grpSpPr>
            <a:xfrm>
              <a:off x="955673" y="11"/>
              <a:ext cx="592576" cy="405260"/>
              <a:chOff x="39723" y="4349021"/>
              <a:chExt cx="1061964" cy="726143"/>
            </a:xfrm>
          </p:grpSpPr>
          <p:grpSp>
            <p:nvGrpSpPr>
              <p:cNvPr id="167" name="Google Shape;167;p37"/>
              <p:cNvGrpSpPr/>
              <p:nvPr/>
            </p:nvGrpSpPr>
            <p:grpSpPr>
              <a:xfrm rot="2700000">
                <a:off x="140502" y="4460924"/>
                <a:ext cx="524584" cy="502337"/>
                <a:chOff x="1189791" y="-1767331"/>
                <a:chExt cx="904284" cy="865933"/>
              </a:xfrm>
            </p:grpSpPr>
            <p:sp>
              <p:nvSpPr>
                <p:cNvPr id="168" name="Google Shape;168;p37"/>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69" name="Google Shape;169;p37"/>
                <p:cNvGrpSpPr/>
                <p:nvPr/>
              </p:nvGrpSpPr>
              <p:grpSpPr>
                <a:xfrm>
                  <a:off x="1232795" y="-1740829"/>
                  <a:ext cx="717622" cy="717393"/>
                  <a:chOff x="1483457" y="3953671"/>
                  <a:chExt cx="717622" cy="717393"/>
                </a:xfrm>
              </p:grpSpPr>
              <p:sp>
                <p:nvSpPr>
                  <p:cNvPr id="170" name="Google Shape;170;p37"/>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 name="Google Shape;171;p37"/>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 name="Google Shape;172;p37"/>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 name="Google Shape;173;p37"/>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 name="Google Shape;174;p37"/>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175" name="Google Shape;175;p37"/>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76" name="Google Shape;176;p37"/>
            <p:cNvGrpSpPr/>
            <p:nvPr/>
          </p:nvGrpSpPr>
          <p:grpSpPr>
            <a:xfrm>
              <a:off x="-1" y="621223"/>
              <a:ext cx="699940" cy="478601"/>
              <a:chOff x="39723" y="4349021"/>
              <a:chExt cx="1061964" cy="726143"/>
            </a:xfrm>
          </p:grpSpPr>
          <p:grpSp>
            <p:nvGrpSpPr>
              <p:cNvPr id="177" name="Google Shape;177;p37"/>
              <p:cNvGrpSpPr/>
              <p:nvPr/>
            </p:nvGrpSpPr>
            <p:grpSpPr>
              <a:xfrm rot="2700000">
                <a:off x="140502" y="4460924"/>
                <a:ext cx="524584" cy="502337"/>
                <a:chOff x="1189791" y="-1767331"/>
                <a:chExt cx="904284" cy="865933"/>
              </a:xfrm>
            </p:grpSpPr>
            <p:sp>
              <p:nvSpPr>
                <p:cNvPr id="178" name="Google Shape;178;p37"/>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9" name="Google Shape;179;p37"/>
                <p:cNvGrpSpPr/>
                <p:nvPr/>
              </p:nvGrpSpPr>
              <p:grpSpPr>
                <a:xfrm>
                  <a:off x="1232795" y="-1740829"/>
                  <a:ext cx="717622" cy="717393"/>
                  <a:chOff x="1483457" y="3953671"/>
                  <a:chExt cx="717622" cy="717393"/>
                </a:xfrm>
              </p:grpSpPr>
              <p:sp>
                <p:nvSpPr>
                  <p:cNvPr id="180" name="Google Shape;180;p37"/>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 name="Google Shape;181;p37"/>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 name="Google Shape;182;p37"/>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 name="Google Shape;183;p37"/>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 name="Google Shape;184;p37"/>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185" name="Google Shape;185;p37"/>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86" name="Google Shape;186;p37"/>
            <p:cNvGrpSpPr/>
            <p:nvPr/>
          </p:nvGrpSpPr>
          <p:grpSpPr>
            <a:xfrm rot="-8100000">
              <a:off x="540898" y="-1172741"/>
              <a:ext cx="2552124" cy="3347490"/>
              <a:chOff x="2976325" y="908175"/>
              <a:chExt cx="4028179" cy="5283555"/>
            </a:xfrm>
          </p:grpSpPr>
          <p:sp>
            <p:nvSpPr>
              <p:cNvPr id="187" name="Google Shape;187;p37"/>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 name="Google Shape;188;p37"/>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 name="Google Shape;189;p37"/>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190"/>
        <p:cNvGrpSpPr/>
        <p:nvPr/>
      </p:nvGrpSpPr>
      <p:grpSpPr>
        <a:xfrm>
          <a:off x="0" y="0"/>
          <a:ext cx="0" cy="0"/>
          <a:chOff x="0" y="0"/>
          <a:chExt cx="0" cy="0"/>
        </a:xfrm>
      </p:grpSpPr>
      <p:sp>
        <p:nvSpPr>
          <p:cNvPr id="191" name="Google Shape;191;p38"/>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a:endParaRPr/>
          </a:p>
        </p:txBody>
      </p:sp>
      <p:sp>
        <p:nvSpPr>
          <p:cNvPr id="192" name="Google Shape;192;p38"/>
          <p:cNvSpPr txBox="1">
            <a:spLocks noGrp="1"/>
          </p:cNvSpPr>
          <p:nvPr>
            <p:ph type="subTitle" idx="1"/>
          </p:nvPr>
        </p:nvSpPr>
        <p:spPr>
          <a:xfrm>
            <a:off x="4881006" y="1786675"/>
            <a:ext cx="3543000" cy="18306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93" name="Google Shape;193;p38"/>
          <p:cNvSpPr txBox="1">
            <a:spLocks noGrp="1"/>
          </p:cNvSpPr>
          <p:nvPr>
            <p:ph type="subTitle" idx="2"/>
          </p:nvPr>
        </p:nvSpPr>
        <p:spPr>
          <a:xfrm>
            <a:off x="720000" y="1786675"/>
            <a:ext cx="3543000" cy="18306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194" name="Google Shape;194;p38"/>
          <p:cNvGrpSpPr/>
          <p:nvPr/>
        </p:nvGrpSpPr>
        <p:grpSpPr>
          <a:xfrm>
            <a:off x="-96328" y="4888563"/>
            <a:ext cx="1590409" cy="88126"/>
            <a:chOff x="124625" y="4953514"/>
            <a:chExt cx="1137388" cy="88143"/>
          </a:xfrm>
        </p:grpSpPr>
        <p:sp>
          <p:nvSpPr>
            <p:cNvPr id="195" name="Google Shape;195;p38"/>
            <p:cNvSpPr/>
            <p:nvPr/>
          </p:nvSpPr>
          <p:spPr>
            <a:xfrm rot="5400000">
              <a:off x="687043" y="4391096"/>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srgbClr>
                </a:gs>
                <a:gs pos="100000">
                  <a:srgbClr val="FFFFFF">
                    <a:alpha val="46666"/>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 name="Google Shape;196;p38"/>
            <p:cNvSpPr/>
            <p:nvPr/>
          </p:nvSpPr>
          <p:spPr>
            <a:xfrm rot="5400000">
              <a:off x="687063" y="4466709"/>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rgbClr val="9900FF">
                    <a:alpha val="46666"/>
                  </a:srgbClr>
                </a:gs>
                <a:gs pos="100000">
                  <a:srgbClr val="FFFFFF">
                    <a:alpha val="46666"/>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97" name="Google Shape;197;p38"/>
          <p:cNvGrpSpPr/>
          <p:nvPr/>
        </p:nvGrpSpPr>
        <p:grpSpPr>
          <a:xfrm>
            <a:off x="6883700" y="1385725"/>
            <a:ext cx="4028179" cy="5283555"/>
            <a:chOff x="6883700" y="1385725"/>
            <a:chExt cx="4028179" cy="5283555"/>
          </a:xfrm>
        </p:grpSpPr>
        <p:sp>
          <p:nvSpPr>
            <p:cNvPr id="198" name="Google Shape;198;p38"/>
            <p:cNvSpPr/>
            <p:nvPr/>
          </p:nvSpPr>
          <p:spPr>
            <a:xfrm>
              <a:off x="6883700" y="140758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 name="Google Shape;199;p38"/>
            <p:cNvSpPr/>
            <p:nvPr/>
          </p:nvSpPr>
          <p:spPr>
            <a:xfrm>
              <a:off x="7842318" y="138572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 name="Google Shape;200;p38"/>
            <p:cNvSpPr/>
            <p:nvPr/>
          </p:nvSpPr>
          <p:spPr>
            <a:xfrm>
              <a:off x="7734200" y="2571774"/>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 name="Google Shape;201;p38"/>
            <p:cNvSpPr/>
            <p:nvPr/>
          </p:nvSpPr>
          <p:spPr>
            <a:xfrm>
              <a:off x="7758564" y="155007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02" name="Google Shape;202;p38"/>
          <p:cNvGrpSpPr/>
          <p:nvPr/>
        </p:nvGrpSpPr>
        <p:grpSpPr>
          <a:xfrm>
            <a:off x="4598006" y="-1699037"/>
            <a:ext cx="5579795" cy="3203424"/>
            <a:chOff x="4521806" y="-1546637"/>
            <a:chExt cx="5579795" cy="3203424"/>
          </a:xfrm>
        </p:grpSpPr>
        <p:grpSp>
          <p:nvGrpSpPr>
            <p:cNvPr id="203" name="Google Shape;203;p38"/>
            <p:cNvGrpSpPr/>
            <p:nvPr/>
          </p:nvGrpSpPr>
          <p:grpSpPr>
            <a:xfrm>
              <a:off x="4619858" y="-154439"/>
              <a:ext cx="916824" cy="700199"/>
              <a:chOff x="4619858" y="-154439"/>
              <a:chExt cx="916824" cy="700199"/>
            </a:xfrm>
          </p:grpSpPr>
          <p:sp>
            <p:nvSpPr>
              <p:cNvPr id="204" name="Google Shape;204;p38"/>
              <p:cNvSpPr/>
              <p:nvPr/>
            </p:nvSpPr>
            <p:spPr>
              <a:xfrm>
                <a:off x="4823308" y="126723"/>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 name="Google Shape;205;p38"/>
              <p:cNvSpPr/>
              <p:nvPr/>
            </p:nvSpPr>
            <p:spPr>
              <a:xfrm>
                <a:off x="4619858" y="-114577"/>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 name="Google Shape;206;p38"/>
              <p:cNvSpPr/>
              <p:nvPr/>
            </p:nvSpPr>
            <p:spPr>
              <a:xfrm>
                <a:off x="5052808" y="-154439"/>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207" name="Google Shape;207;p38"/>
            <p:cNvPicPr preferRelativeResize="0"/>
            <p:nvPr/>
          </p:nvPicPr>
          <p:blipFill rotWithShape="1">
            <a:blip r:embed="rId2">
              <a:alphaModFix/>
            </a:blip>
            <a:srcRect l="16960" t="24719" r="7121" b="26177"/>
            <a:stretch/>
          </p:blipFill>
          <p:spPr>
            <a:xfrm>
              <a:off x="5904350" y="-1546637"/>
              <a:ext cx="4197251" cy="3203424"/>
            </a:xfrm>
            <a:prstGeom prst="rect">
              <a:avLst/>
            </a:prstGeom>
            <a:noFill/>
            <a:ln>
              <a:noFill/>
            </a:ln>
          </p:spPr>
        </p:pic>
        <p:sp>
          <p:nvSpPr>
            <p:cNvPr id="208" name="Google Shape;208;p38"/>
            <p:cNvSpPr/>
            <p:nvPr/>
          </p:nvSpPr>
          <p:spPr>
            <a:xfrm rot="-5400000">
              <a:off x="5282845" y="-105894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 name="Google Shape;209;p38"/>
            <p:cNvSpPr/>
            <p:nvPr/>
          </p:nvSpPr>
          <p:spPr>
            <a:xfrm rot="-5400000">
              <a:off x="5282230" y="-899603"/>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10" name="Google Shape;210;p38"/>
            <p:cNvGrpSpPr/>
            <p:nvPr/>
          </p:nvGrpSpPr>
          <p:grpSpPr>
            <a:xfrm rot="10800000">
              <a:off x="8323179" y="210224"/>
              <a:ext cx="1493504" cy="88126"/>
              <a:chOff x="124625" y="4953514"/>
              <a:chExt cx="1137388" cy="88143"/>
            </a:xfrm>
          </p:grpSpPr>
          <p:sp>
            <p:nvSpPr>
              <p:cNvPr id="211" name="Google Shape;211;p38"/>
              <p:cNvSpPr/>
              <p:nvPr/>
            </p:nvSpPr>
            <p:spPr>
              <a:xfrm rot="5400000">
                <a:off x="687043" y="4391096"/>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srgbClr>
                  </a:gs>
                  <a:gs pos="100000">
                    <a:srgbClr val="FFFFFF">
                      <a:alpha val="46666"/>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 name="Google Shape;212;p38"/>
              <p:cNvSpPr/>
              <p:nvPr/>
            </p:nvSpPr>
            <p:spPr>
              <a:xfrm rot="5400000">
                <a:off x="687063" y="4466709"/>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rgbClr val="9900FF">
                      <a:alpha val="46666"/>
                    </a:srgbClr>
                  </a:gs>
                  <a:gs pos="100000">
                    <a:srgbClr val="FFFFFF">
                      <a:alpha val="46666"/>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13" name="Google Shape;213;p38"/>
            <p:cNvGrpSpPr/>
            <p:nvPr/>
          </p:nvGrpSpPr>
          <p:grpSpPr>
            <a:xfrm>
              <a:off x="4619231" y="-32636"/>
              <a:ext cx="254987" cy="255131"/>
              <a:chOff x="3678700" y="407275"/>
              <a:chExt cx="708100" cy="708500"/>
            </a:xfrm>
          </p:grpSpPr>
          <p:sp>
            <p:nvSpPr>
              <p:cNvPr id="214" name="Google Shape;214;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 name="Google Shape;215;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 name="Google Shape;216;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 name="Google Shape;217;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 name="Google Shape;218;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 name="Google Shape;219;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 name="Google Shape;220;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21" name="Google Shape;221;p38"/>
            <p:cNvGrpSpPr/>
            <p:nvPr/>
          </p:nvGrpSpPr>
          <p:grpSpPr>
            <a:xfrm>
              <a:off x="4521806" y="126714"/>
              <a:ext cx="254987" cy="255131"/>
              <a:chOff x="3678700" y="407275"/>
              <a:chExt cx="708100" cy="708500"/>
            </a:xfrm>
          </p:grpSpPr>
          <p:sp>
            <p:nvSpPr>
              <p:cNvPr id="222" name="Google Shape;222;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 name="Google Shape;223;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 name="Google Shape;224;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 name="Google Shape;225;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 name="Google Shape;226;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 name="Google Shape;227;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 name="Google Shape;228;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9"/>
        <p:cNvGrpSpPr/>
        <p:nvPr/>
      </p:nvGrpSpPr>
      <p:grpSpPr>
        <a:xfrm>
          <a:off x="0" y="0"/>
          <a:ext cx="0" cy="0"/>
          <a:chOff x="0" y="0"/>
          <a:chExt cx="0" cy="0"/>
        </a:xfrm>
      </p:grpSpPr>
      <p:sp>
        <p:nvSpPr>
          <p:cNvPr id="230" name="Google Shape;230;p39"/>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231" name="Google Shape;231;p39"/>
          <p:cNvSpPr txBox="1">
            <a:spLocks noGrp="1"/>
          </p:cNvSpPr>
          <p:nvPr>
            <p:ph type="subTitle" idx="1"/>
          </p:nvPr>
        </p:nvSpPr>
        <p:spPr>
          <a:xfrm>
            <a:off x="4999903" y="2372500"/>
            <a:ext cx="2340300" cy="13206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2800"/>
              <a:buNone/>
              <a:defRPr sz="1400" b="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232" name="Google Shape;232;p39"/>
          <p:cNvSpPr txBox="1">
            <a:spLocks noGrp="1"/>
          </p:cNvSpPr>
          <p:nvPr>
            <p:ph type="subTitle" idx="2"/>
          </p:nvPr>
        </p:nvSpPr>
        <p:spPr>
          <a:xfrm>
            <a:off x="1803800" y="2372500"/>
            <a:ext cx="2340300" cy="13206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2800"/>
              <a:buNone/>
              <a:defRPr sz="1400" b="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233" name="Google Shape;233;p39"/>
          <p:cNvSpPr txBox="1">
            <a:spLocks noGrp="1"/>
          </p:cNvSpPr>
          <p:nvPr>
            <p:ph type="subTitle" idx="3"/>
          </p:nvPr>
        </p:nvSpPr>
        <p:spPr>
          <a:xfrm>
            <a:off x="4999908" y="2048488"/>
            <a:ext cx="2340300" cy="4023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20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234" name="Google Shape;234;p39"/>
          <p:cNvSpPr txBox="1">
            <a:spLocks noGrp="1"/>
          </p:cNvSpPr>
          <p:nvPr>
            <p:ph type="subTitle" idx="4"/>
          </p:nvPr>
        </p:nvSpPr>
        <p:spPr>
          <a:xfrm>
            <a:off x="1803800" y="2048488"/>
            <a:ext cx="2340300" cy="4023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20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235" name="Google Shape;235;p39"/>
          <p:cNvGrpSpPr/>
          <p:nvPr/>
        </p:nvGrpSpPr>
        <p:grpSpPr>
          <a:xfrm>
            <a:off x="7579113" y="-890400"/>
            <a:ext cx="2898275" cy="3032950"/>
            <a:chOff x="7198113" y="-890400"/>
            <a:chExt cx="2898275" cy="3032950"/>
          </a:xfrm>
        </p:grpSpPr>
        <p:pic>
          <p:nvPicPr>
            <p:cNvPr id="236" name="Google Shape;236;p39"/>
            <p:cNvPicPr preferRelativeResize="0"/>
            <p:nvPr/>
          </p:nvPicPr>
          <p:blipFill rotWithShape="1">
            <a:blip r:embed="rId2">
              <a:alphaModFix/>
            </a:blip>
            <a:srcRect l="16960" t="24719" r="7121" b="26177"/>
            <a:stretch/>
          </p:blipFill>
          <p:spPr>
            <a:xfrm rot="-5400000">
              <a:off x="7130775" y="-823062"/>
              <a:ext cx="3032950" cy="2898275"/>
            </a:xfrm>
            <a:prstGeom prst="rect">
              <a:avLst/>
            </a:prstGeom>
            <a:noFill/>
            <a:ln>
              <a:noFill/>
            </a:ln>
          </p:spPr>
        </p:pic>
        <p:grpSp>
          <p:nvGrpSpPr>
            <p:cNvPr id="237" name="Google Shape;237;p39"/>
            <p:cNvGrpSpPr/>
            <p:nvPr/>
          </p:nvGrpSpPr>
          <p:grpSpPr>
            <a:xfrm>
              <a:off x="8319318" y="-249682"/>
              <a:ext cx="1460040" cy="1171886"/>
              <a:chOff x="7945225" y="4302000"/>
              <a:chExt cx="904666" cy="726121"/>
            </a:xfrm>
          </p:grpSpPr>
          <p:sp>
            <p:nvSpPr>
              <p:cNvPr id="238" name="Google Shape;238;p39"/>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 name="Google Shape;239;p39"/>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 name="Google Shape;240;p39"/>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241" name="Google Shape;241;p39"/>
          <p:cNvGrpSpPr/>
          <p:nvPr/>
        </p:nvGrpSpPr>
        <p:grpSpPr>
          <a:xfrm>
            <a:off x="-613920" y="3693606"/>
            <a:ext cx="2048058" cy="2238805"/>
            <a:chOff x="-461520" y="3617406"/>
            <a:chExt cx="2048058" cy="2238805"/>
          </a:xfrm>
        </p:grpSpPr>
        <p:grpSp>
          <p:nvGrpSpPr>
            <p:cNvPr id="242" name="Google Shape;242;p39"/>
            <p:cNvGrpSpPr/>
            <p:nvPr/>
          </p:nvGrpSpPr>
          <p:grpSpPr>
            <a:xfrm>
              <a:off x="-461520" y="3617406"/>
              <a:ext cx="1916534" cy="2238805"/>
              <a:chOff x="-461520" y="3617406"/>
              <a:chExt cx="1916534" cy="2238805"/>
            </a:xfrm>
          </p:grpSpPr>
          <p:grpSp>
            <p:nvGrpSpPr>
              <p:cNvPr id="243" name="Google Shape;243;p39"/>
              <p:cNvGrpSpPr/>
              <p:nvPr/>
            </p:nvGrpSpPr>
            <p:grpSpPr>
              <a:xfrm flipH="1">
                <a:off x="-461520" y="4010132"/>
                <a:ext cx="1916534" cy="1538287"/>
                <a:chOff x="7945225" y="4302000"/>
                <a:chExt cx="904666" cy="726121"/>
              </a:xfrm>
            </p:grpSpPr>
            <p:sp>
              <p:nvSpPr>
                <p:cNvPr id="244" name="Google Shape;244;p39"/>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 name="Google Shape;245;p39"/>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 name="Google Shape;246;p39"/>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47" name="Google Shape;247;p39"/>
              <p:cNvGrpSpPr/>
              <p:nvPr/>
            </p:nvGrpSpPr>
            <p:grpSpPr>
              <a:xfrm>
                <a:off x="-309885" y="3617406"/>
                <a:ext cx="1448824" cy="2238805"/>
                <a:chOff x="-309885" y="3617406"/>
                <a:chExt cx="1448824" cy="2238805"/>
              </a:xfrm>
            </p:grpSpPr>
            <p:grpSp>
              <p:nvGrpSpPr>
                <p:cNvPr id="248" name="Google Shape;248;p39"/>
                <p:cNvGrpSpPr/>
                <p:nvPr/>
              </p:nvGrpSpPr>
              <p:grpSpPr>
                <a:xfrm>
                  <a:off x="-277007" y="3870159"/>
                  <a:ext cx="981772" cy="1986052"/>
                  <a:chOff x="-293545" y="3454371"/>
                  <a:chExt cx="981772" cy="1986052"/>
                </a:xfrm>
              </p:grpSpPr>
              <p:sp>
                <p:nvSpPr>
                  <p:cNvPr id="249" name="Google Shape;249;p39"/>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 name="Google Shape;250;p39"/>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51" name="Google Shape;251;p39"/>
                <p:cNvGrpSpPr/>
                <p:nvPr/>
              </p:nvGrpSpPr>
              <p:grpSpPr>
                <a:xfrm>
                  <a:off x="363249" y="4906873"/>
                  <a:ext cx="699940" cy="478601"/>
                  <a:chOff x="39723" y="4349021"/>
                  <a:chExt cx="1061964" cy="726143"/>
                </a:xfrm>
              </p:grpSpPr>
              <p:grpSp>
                <p:nvGrpSpPr>
                  <p:cNvPr id="252" name="Google Shape;252;p39"/>
                  <p:cNvGrpSpPr/>
                  <p:nvPr/>
                </p:nvGrpSpPr>
                <p:grpSpPr>
                  <a:xfrm rot="2700000">
                    <a:off x="140502" y="4460924"/>
                    <a:ext cx="524584" cy="502337"/>
                    <a:chOff x="1189791" y="-1767331"/>
                    <a:chExt cx="904284" cy="865933"/>
                  </a:xfrm>
                </p:grpSpPr>
                <p:sp>
                  <p:nvSpPr>
                    <p:cNvPr id="253" name="Google Shape;253;p39"/>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54" name="Google Shape;254;p39"/>
                    <p:cNvGrpSpPr/>
                    <p:nvPr/>
                  </p:nvGrpSpPr>
                  <p:grpSpPr>
                    <a:xfrm>
                      <a:off x="1232795" y="-1740829"/>
                      <a:ext cx="717622" cy="717393"/>
                      <a:chOff x="1483457" y="3953671"/>
                      <a:chExt cx="717622" cy="717393"/>
                    </a:xfrm>
                  </p:grpSpPr>
                  <p:sp>
                    <p:nvSpPr>
                      <p:cNvPr id="255" name="Google Shape;255;p39"/>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 name="Google Shape;256;p39"/>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 name="Google Shape;257;p39"/>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 name="Google Shape;258;p39"/>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 name="Google Shape;259;p39"/>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260" name="Google Shape;260;p39"/>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61" name="Google Shape;261;p39"/>
                <p:cNvGrpSpPr/>
                <p:nvPr/>
              </p:nvGrpSpPr>
              <p:grpSpPr>
                <a:xfrm rot="-5400000">
                  <a:off x="-461872" y="3769394"/>
                  <a:ext cx="1351491" cy="1047516"/>
                  <a:chOff x="-2460210" y="2758494"/>
                  <a:chExt cx="1351491" cy="1047516"/>
                </a:xfrm>
              </p:grpSpPr>
              <p:sp>
                <p:nvSpPr>
                  <p:cNvPr id="262" name="Google Shape;262;p39"/>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srgbClr>
                      </a:gs>
                      <a:gs pos="100000">
                        <a:srgbClr val="FFFFFF">
                          <a:alpha val="46666"/>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 name="Google Shape;263;p39"/>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srgbClr>
                      </a:gs>
                      <a:gs pos="100000">
                        <a:srgbClr val="FFFFFF">
                          <a:alpha val="46666"/>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 name="Google Shape;264;p39"/>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srgbClr>
                      </a:gs>
                      <a:gs pos="100000">
                        <a:srgbClr val="FFFFFF">
                          <a:alpha val="46666"/>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 name="Google Shape;265;p39"/>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srgbClr>
                      </a:gs>
                      <a:gs pos="100000">
                        <a:srgbClr val="FFFFFF">
                          <a:alpha val="46666"/>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66" name="Google Shape;266;p39"/>
                <p:cNvGrpSpPr/>
                <p:nvPr/>
              </p:nvGrpSpPr>
              <p:grpSpPr>
                <a:xfrm>
                  <a:off x="438999" y="4567398"/>
                  <a:ext cx="699940" cy="478601"/>
                  <a:chOff x="39723" y="4349021"/>
                  <a:chExt cx="1061964" cy="726143"/>
                </a:xfrm>
              </p:grpSpPr>
              <p:grpSp>
                <p:nvGrpSpPr>
                  <p:cNvPr id="267" name="Google Shape;267;p39"/>
                  <p:cNvGrpSpPr/>
                  <p:nvPr/>
                </p:nvGrpSpPr>
                <p:grpSpPr>
                  <a:xfrm rot="2700000">
                    <a:off x="140502" y="4460924"/>
                    <a:ext cx="524584" cy="502337"/>
                    <a:chOff x="1189791" y="-1767331"/>
                    <a:chExt cx="904284" cy="865933"/>
                  </a:xfrm>
                </p:grpSpPr>
                <p:sp>
                  <p:nvSpPr>
                    <p:cNvPr id="268" name="Google Shape;268;p39"/>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69" name="Google Shape;269;p39"/>
                    <p:cNvGrpSpPr/>
                    <p:nvPr/>
                  </p:nvGrpSpPr>
                  <p:grpSpPr>
                    <a:xfrm>
                      <a:off x="1232795" y="-1740829"/>
                      <a:ext cx="717622" cy="717393"/>
                      <a:chOff x="1483457" y="3953671"/>
                      <a:chExt cx="717622" cy="717393"/>
                    </a:xfrm>
                  </p:grpSpPr>
                  <p:sp>
                    <p:nvSpPr>
                      <p:cNvPr id="270" name="Google Shape;270;p39"/>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 name="Google Shape;271;p39"/>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 name="Google Shape;272;p39"/>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 name="Google Shape;273;p39"/>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 name="Google Shape;274;p39"/>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275" name="Google Shape;275;p39"/>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76" name="Google Shape;276;p39"/>
                <p:cNvGrpSpPr/>
                <p:nvPr/>
              </p:nvGrpSpPr>
              <p:grpSpPr>
                <a:xfrm>
                  <a:off x="-65076" y="4623886"/>
                  <a:ext cx="699940" cy="478601"/>
                  <a:chOff x="39723" y="4349021"/>
                  <a:chExt cx="1061964" cy="726143"/>
                </a:xfrm>
              </p:grpSpPr>
              <p:grpSp>
                <p:nvGrpSpPr>
                  <p:cNvPr id="277" name="Google Shape;277;p39"/>
                  <p:cNvGrpSpPr/>
                  <p:nvPr/>
                </p:nvGrpSpPr>
                <p:grpSpPr>
                  <a:xfrm rot="2700000">
                    <a:off x="140502" y="4460924"/>
                    <a:ext cx="524584" cy="502337"/>
                    <a:chOff x="1189791" y="-1767331"/>
                    <a:chExt cx="904284" cy="865933"/>
                  </a:xfrm>
                </p:grpSpPr>
                <p:sp>
                  <p:nvSpPr>
                    <p:cNvPr id="278" name="Google Shape;278;p39"/>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9" name="Google Shape;279;p39"/>
                    <p:cNvGrpSpPr/>
                    <p:nvPr/>
                  </p:nvGrpSpPr>
                  <p:grpSpPr>
                    <a:xfrm>
                      <a:off x="1232795" y="-1740829"/>
                      <a:ext cx="717622" cy="717393"/>
                      <a:chOff x="1483457" y="3953671"/>
                      <a:chExt cx="717622" cy="717393"/>
                    </a:xfrm>
                  </p:grpSpPr>
                  <p:sp>
                    <p:nvSpPr>
                      <p:cNvPr id="280" name="Google Shape;280;p39"/>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 name="Google Shape;281;p39"/>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 name="Google Shape;282;p39"/>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3" name="Google Shape;283;p39"/>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 name="Google Shape;284;p39"/>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285" name="Google Shape;285;p39"/>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grpSp>
          <p:nvGrpSpPr>
            <p:cNvPr id="286" name="Google Shape;286;p39"/>
            <p:cNvGrpSpPr/>
            <p:nvPr/>
          </p:nvGrpSpPr>
          <p:grpSpPr>
            <a:xfrm rot="5400000">
              <a:off x="1147388" y="4839000"/>
              <a:ext cx="439200" cy="439100"/>
              <a:chOff x="1101075" y="2142375"/>
              <a:chExt cx="439200" cy="439100"/>
            </a:xfrm>
          </p:grpSpPr>
          <p:sp>
            <p:nvSpPr>
              <p:cNvPr id="287" name="Google Shape;287;p39"/>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 name="Google Shape;288;p39"/>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289" name="Google Shape;289;p39"/>
          <p:cNvGrpSpPr/>
          <p:nvPr/>
        </p:nvGrpSpPr>
        <p:grpSpPr>
          <a:xfrm>
            <a:off x="-2352525" y="-402069"/>
            <a:ext cx="5307515" cy="2438356"/>
            <a:chOff x="-2276325" y="-249669"/>
            <a:chExt cx="5307515" cy="2438356"/>
          </a:xfrm>
        </p:grpSpPr>
        <p:grpSp>
          <p:nvGrpSpPr>
            <p:cNvPr id="290" name="Google Shape;290;p39"/>
            <p:cNvGrpSpPr/>
            <p:nvPr/>
          </p:nvGrpSpPr>
          <p:grpSpPr>
            <a:xfrm rot="10800000">
              <a:off x="-1297788" y="-249669"/>
              <a:ext cx="2601921" cy="2438356"/>
              <a:chOff x="7340129" y="2866613"/>
              <a:chExt cx="2439225" cy="2438356"/>
            </a:xfrm>
          </p:grpSpPr>
          <p:sp>
            <p:nvSpPr>
              <p:cNvPr id="291" name="Google Shape;291;p39"/>
              <p:cNvSpPr/>
              <p:nvPr/>
            </p:nvSpPr>
            <p:spPr>
              <a:xfrm rot="2700000" flipH="1">
                <a:off x="8012290" y="2875755"/>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 name="Google Shape;292;p39"/>
              <p:cNvSpPr/>
              <p:nvPr/>
            </p:nvSpPr>
            <p:spPr>
              <a:xfrm rot="2700000" flipH="1">
                <a:off x="8125398" y="2987994"/>
                <a:ext cx="981794" cy="230783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93" name="Google Shape;293;p39"/>
            <p:cNvSpPr/>
            <p:nvPr/>
          </p:nvSpPr>
          <p:spPr>
            <a:xfrm rot="-5400000">
              <a:off x="1755111" y="-896010"/>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94" name="Google Shape;294;p39"/>
            <p:cNvGrpSpPr/>
            <p:nvPr/>
          </p:nvGrpSpPr>
          <p:grpSpPr>
            <a:xfrm>
              <a:off x="-2276325" y="245976"/>
              <a:ext cx="4558967" cy="134100"/>
              <a:chOff x="796100" y="3019701"/>
              <a:chExt cx="4558967" cy="134100"/>
            </a:xfrm>
          </p:grpSpPr>
          <p:sp>
            <p:nvSpPr>
              <p:cNvPr id="295" name="Google Shape;295;p39"/>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96" name="Google Shape;296;p39"/>
              <p:cNvCxnSpPr/>
              <p:nvPr/>
            </p:nvCxnSpPr>
            <p:spPr>
              <a:xfrm>
                <a:off x="796100" y="3086750"/>
                <a:ext cx="4462800" cy="0"/>
              </a:xfrm>
              <a:prstGeom prst="straightConnector1">
                <a:avLst/>
              </a:prstGeom>
              <a:noFill/>
              <a:ln w="9525" cap="flat" cmpd="sng">
                <a:solidFill>
                  <a:schemeClr val="dk2"/>
                </a:solidFill>
                <a:prstDash val="solid"/>
                <a:round/>
                <a:headEnd type="none" w="sm" len="sm"/>
                <a:tailEnd type="none" w="sm" len="sm"/>
              </a:ln>
            </p:spPr>
          </p:cxnSp>
          <p:sp>
            <p:nvSpPr>
              <p:cNvPr id="297" name="Google Shape;297;p39"/>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298" name="Google Shape;298;p39"/>
          <p:cNvGrpSpPr/>
          <p:nvPr/>
        </p:nvGrpSpPr>
        <p:grpSpPr>
          <a:xfrm>
            <a:off x="6795100" y="3095213"/>
            <a:ext cx="4558967" cy="2438356"/>
            <a:chOff x="6490300" y="2866613"/>
            <a:chExt cx="4558967" cy="2438356"/>
          </a:xfrm>
        </p:grpSpPr>
        <p:grpSp>
          <p:nvGrpSpPr>
            <p:cNvPr id="299" name="Google Shape;299;p39"/>
            <p:cNvGrpSpPr/>
            <p:nvPr/>
          </p:nvGrpSpPr>
          <p:grpSpPr>
            <a:xfrm>
              <a:off x="7340129" y="2866613"/>
              <a:ext cx="2439225" cy="2438356"/>
              <a:chOff x="7340129" y="2866613"/>
              <a:chExt cx="2439225" cy="2438356"/>
            </a:xfrm>
          </p:grpSpPr>
          <p:sp>
            <p:nvSpPr>
              <p:cNvPr id="300" name="Google Shape;300;p39"/>
              <p:cNvSpPr/>
              <p:nvPr/>
            </p:nvSpPr>
            <p:spPr>
              <a:xfrm rot="2700000" flipH="1">
                <a:off x="8012290" y="2875755"/>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 name="Google Shape;301;p39"/>
              <p:cNvSpPr/>
              <p:nvPr/>
            </p:nvSpPr>
            <p:spPr>
              <a:xfrm rot="2700000" flipH="1">
                <a:off x="8125398" y="2987994"/>
                <a:ext cx="981794" cy="230783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02" name="Google Shape;302;p39"/>
            <p:cNvGrpSpPr/>
            <p:nvPr/>
          </p:nvGrpSpPr>
          <p:grpSpPr>
            <a:xfrm rot="10800000">
              <a:off x="6490300" y="4774026"/>
              <a:ext cx="4558967" cy="134100"/>
              <a:chOff x="796100" y="3019701"/>
              <a:chExt cx="4558967" cy="134100"/>
            </a:xfrm>
          </p:grpSpPr>
          <p:sp>
            <p:nvSpPr>
              <p:cNvPr id="303" name="Google Shape;303;p39"/>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04" name="Google Shape;304;p39"/>
              <p:cNvCxnSpPr/>
              <p:nvPr/>
            </p:nvCxnSpPr>
            <p:spPr>
              <a:xfrm>
                <a:off x="796100" y="3086750"/>
                <a:ext cx="4462800" cy="0"/>
              </a:xfrm>
              <a:prstGeom prst="straightConnector1">
                <a:avLst/>
              </a:prstGeom>
              <a:noFill/>
              <a:ln w="9525" cap="flat" cmpd="sng">
                <a:solidFill>
                  <a:schemeClr val="dk2"/>
                </a:solidFill>
                <a:prstDash val="solid"/>
                <a:round/>
                <a:headEnd type="none" w="sm" len="sm"/>
                <a:tailEnd type="none" w="sm" len="sm"/>
              </a:ln>
            </p:spPr>
          </p:cxnSp>
          <p:sp>
            <p:nvSpPr>
              <p:cNvPr id="305" name="Google Shape;305;p39"/>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306"/>
        <p:cNvGrpSpPr/>
        <p:nvPr/>
      </p:nvGrpSpPr>
      <p:grpSpPr>
        <a:xfrm>
          <a:off x="0" y="0"/>
          <a:ext cx="0" cy="0"/>
          <a:chOff x="0" y="0"/>
          <a:chExt cx="0" cy="0"/>
        </a:xfrm>
      </p:grpSpPr>
      <p:grpSp>
        <p:nvGrpSpPr>
          <p:cNvPr id="307" name="Google Shape;307;p40"/>
          <p:cNvGrpSpPr/>
          <p:nvPr/>
        </p:nvGrpSpPr>
        <p:grpSpPr>
          <a:xfrm>
            <a:off x="7059553" y="-2136807"/>
            <a:ext cx="4192757" cy="4558967"/>
            <a:chOff x="6983353" y="-2136807"/>
            <a:chExt cx="4192757" cy="4558967"/>
          </a:xfrm>
        </p:grpSpPr>
        <p:grpSp>
          <p:nvGrpSpPr>
            <p:cNvPr id="308" name="Google Shape;308;p40"/>
            <p:cNvGrpSpPr/>
            <p:nvPr/>
          </p:nvGrpSpPr>
          <p:grpSpPr>
            <a:xfrm rot="-509296">
              <a:off x="7187207" y="-982000"/>
              <a:ext cx="3785049" cy="3043008"/>
              <a:chOff x="7103825" y="-713112"/>
              <a:chExt cx="3785226" cy="3043150"/>
            </a:xfrm>
          </p:grpSpPr>
          <p:sp>
            <p:nvSpPr>
              <p:cNvPr id="309" name="Google Shape;309;p40"/>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10" name="Google Shape;310;p40"/>
              <p:cNvPicPr preferRelativeResize="0"/>
              <p:nvPr/>
            </p:nvPicPr>
            <p:blipFill rotWithShape="1">
              <a:blip r:embed="rId2">
                <a:alphaModFix/>
              </a:blip>
              <a:srcRect t="17657" b="17664"/>
              <a:stretch/>
            </p:blipFill>
            <p:spPr>
              <a:xfrm>
                <a:off x="7103825" y="-713112"/>
                <a:ext cx="3785226" cy="2888974"/>
              </a:xfrm>
              <a:prstGeom prst="rect">
                <a:avLst/>
              </a:prstGeom>
              <a:noFill/>
              <a:ln>
                <a:noFill/>
              </a:ln>
            </p:spPr>
          </p:pic>
        </p:grpSp>
        <p:grpSp>
          <p:nvGrpSpPr>
            <p:cNvPr id="311" name="Google Shape;311;p40"/>
            <p:cNvGrpSpPr/>
            <p:nvPr/>
          </p:nvGrpSpPr>
          <p:grpSpPr>
            <a:xfrm rot="5400000">
              <a:off x="6489450" y="75626"/>
              <a:ext cx="4558967" cy="134100"/>
              <a:chOff x="796100" y="3019701"/>
              <a:chExt cx="4558967" cy="134100"/>
            </a:xfrm>
          </p:grpSpPr>
          <p:sp>
            <p:nvSpPr>
              <p:cNvPr id="312" name="Google Shape;312;p40"/>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13" name="Google Shape;313;p40"/>
              <p:cNvCxnSpPr/>
              <p:nvPr/>
            </p:nvCxnSpPr>
            <p:spPr>
              <a:xfrm>
                <a:off x="796100" y="3086750"/>
                <a:ext cx="4462800" cy="0"/>
              </a:xfrm>
              <a:prstGeom prst="straightConnector1">
                <a:avLst/>
              </a:prstGeom>
              <a:noFill/>
              <a:ln w="9525" cap="flat" cmpd="sng">
                <a:solidFill>
                  <a:schemeClr val="dk2"/>
                </a:solidFill>
                <a:prstDash val="solid"/>
                <a:round/>
                <a:headEnd type="none" w="sm" len="sm"/>
                <a:tailEnd type="none" w="sm" len="sm"/>
              </a:ln>
            </p:spPr>
          </p:cxnSp>
          <p:sp>
            <p:nvSpPr>
              <p:cNvPr id="314" name="Google Shape;314;p40"/>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315" name="Google Shape;315;p40"/>
          <p:cNvSpPr txBox="1">
            <a:spLocks noGrp="1"/>
          </p:cNvSpPr>
          <p:nvPr>
            <p:ph type="subTitle" idx="1"/>
          </p:nvPr>
        </p:nvSpPr>
        <p:spPr>
          <a:xfrm>
            <a:off x="720000" y="2649975"/>
            <a:ext cx="1981800" cy="10881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16" name="Google Shape;316;p40"/>
          <p:cNvSpPr txBox="1">
            <a:spLocks noGrp="1"/>
          </p:cNvSpPr>
          <p:nvPr>
            <p:ph type="subTitle" idx="2"/>
          </p:nvPr>
        </p:nvSpPr>
        <p:spPr>
          <a:xfrm>
            <a:off x="3584484" y="2649975"/>
            <a:ext cx="1981800" cy="10881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17" name="Google Shape;317;p40"/>
          <p:cNvSpPr txBox="1">
            <a:spLocks noGrp="1"/>
          </p:cNvSpPr>
          <p:nvPr>
            <p:ph type="subTitle" idx="3"/>
          </p:nvPr>
        </p:nvSpPr>
        <p:spPr>
          <a:xfrm>
            <a:off x="6448975" y="2649975"/>
            <a:ext cx="1981800" cy="10881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18" name="Google Shape;318;p40"/>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319" name="Google Shape;319;p40"/>
          <p:cNvSpPr txBox="1">
            <a:spLocks noGrp="1"/>
          </p:cNvSpPr>
          <p:nvPr>
            <p:ph type="subTitle" idx="4"/>
          </p:nvPr>
        </p:nvSpPr>
        <p:spPr>
          <a:xfrm>
            <a:off x="720000" y="2323875"/>
            <a:ext cx="1981800" cy="4023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20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320" name="Google Shape;320;p40"/>
          <p:cNvSpPr txBox="1">
            <a:spLocks noGrp="1"/>
          </p:cNvSpPr>
          <p:nvPr>
            <p:ph type="subTitle" idx="5"/>
          </p:nvPr>
        </p:nvSpPr>
        <p:spPr>
          <a:xfrm>
            <a:off x="3584483" y="2323875"/>
            <a:ext cx="1981800" cy="4023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20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321" name="Google Shape;321;p40"/>
          <p:cNvSpPr txBox="1">
            <a:spLocks noGrp="1"/>
          </p:cNvSpPr>
          <p:nvPr>
            <p:ph type="subTitle" idx="6"/>
          </p:nvPr>
        </p:nvSpPr>
        <p:spPr>
          <a:xfrm>
            <a:off x="6448972" y="2323875"/>
            <a:ext cx="1981800" cy="4023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20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322" name="Google Shape;322;p40"/>
          <p:cNvGrpSpPr/>
          <p:nvPr/>
        </p:nvGrpSpPr>
        <p:grpSpPr>
          <a:xfrm>
            <a:off x="6067575" y="2796625"/>
            <a:ext cx="4006263" cy="4771152"/>
            <a:chOff x="5915175" y="2339425"/>
            <a:chExt cx="4006263" cy="4771152"/>
          </a:xfrm>
        </p:grpSpPr>
        <p:sp>
          <p:nvSpPr>
            <p:cNvPr id="323" name="Google Shape;323;p40"/>
            <p:cNvSpPr/>
            <p:nvPr/>
          </p:nvSpPr>
          <p:spPr>
            <a:xfrm>
              <a:off x="5915175" y="236128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4" name="Google Shape;324;p40"/>
            <p:cNvSpPr/>
            <p:nvPr/>
          </p:nvSpPr>
          <p:spPr>
            <a:xfrm>
              <a:off x="6873793" y="233942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25" name="Google Shape;325;p40"/>
            <p:cNvGrpSpPr/>
            <p:nvPr/>
          </p:nvGrpSpPr>
          <p:grpSpPr>
            <a:xfrm>
              <a:off x="7520550" y="4608575"/>
              <a:ext cx="582050" cy="582425"/>
              <a:chOff x="959750" y="3039275"/>
              <a:chExt cx="582050" cy="582425"/>
            </a:xfrm>
          </p:grpSpPr>
          <p:sp>
            <p:nvSpPr>
              <p:cNvPr id="326" name="Google Shape;326;p4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7" name="Google Shape;327;p4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 name="Google Shape;328;p4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 name="Google Shape;329;p4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 name="Google Shape;330;p4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 name="Google Shape;331;p4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 name="Google Shape;332;p4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33" name="Google Shape;333;p40"/>
            <p:cNvGrpSpPr/>
            <p:nvPr/>
          </p:nvGrpSpPr>
          <p:grpSpPr>
            <a:xfrm>
              <a:off x="8484675" y="3658275"/>
              <a:ext cx="582050" cy="582425"/>
              <a:chOff x="959750" y="3039275"/>
              <a:chExt cx="582050" cy="582425"/>
            </a:xfrm>
          </p:grpSpPr>
          <p:sp>
            <p:nvSpPr>
              <p:cNvPr id="334" name="Google Shape;334;p4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 name="Google Shape;335;p4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 name="Google Shape;336;p4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 name="Google Shape;337;p4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 name="Google Shape;338;p4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 name="Google Shape;339;p4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 name="Google Shape;340;p4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341" name="Google Shape;341;p40"/>
          <p:cNvGrpSpPr/>
          <p:nvPr/>
        </p:nvGrpSpPr>
        <p:grpSpPr>
          <a:xfrm>
            <a:off x="-235366" y="3828554"/>
            <a:ext cx="5249360" cy="2992224"/>
            <a:chOff x="-258616" y="3430829"/>
            <a:chExt cx="5249360" cy="2992224"/>
          </a:xfrm>
        </p:grpSpPr>
        <p:pic>
          <p:nvPicPr>
            <p:cNvPr id="342" name="Google Shape;342;p40"/>
            <p:cNvPicPr preferRelativeResize="0"/>
            <p:nvPr/>
          </p:nvPicPr>
          <p:blipFill rotWithShape="1">
            <a:blip r:embed="rId3">
              <a:alphaModFix/>
            </a:blip>
            <a:srcRect l="16960" t="24719" r="7121" b="26177"/>
            <a:stretch/>
          </p:blipFill>
          <p:spPr>
            <a:xfrm>
              <a:off x="1070243" y="3430829"/>
              <a:ext cx="3920501" cy="2992224"/>
            </a:xfrm>
            <a:prstGeom prst="rect">
              <a:avLst/>
            </a:prstGeom>
            <a:noFill/>
            <a:ln>
              <a:noFill/>
            </a:ln>
          </p:spPr>
        </p:pic>
        <p:sp>
          <p:nvSpPr>
            <p:cNvPr id="343" name="Google Shape;343;p40"/>
            <p:cNvSpPr/>
            <p:nvPr/>
          </p:nvSpPr>
          <p:spPr>
            <a:xfrm>
              <a:off x="363250" y="46677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alpha val="31372"/>
                  </a:srgbClr>
                </a:gs>
                <a:gs pos="22000">
                  <a:srgbClr val="F5F8FF">
                    <a:alpha val="31372"/>
                  </a:srgbClr>
                </a:gs>
                <a:gs pos="45000">
                  <a:srgbClr val="FFFFFF">
                    <a:alpha val="31372"/>
                  </a:srgbClr>
                </a:gs>
                <a:gs pos="100000">
                  <a:srgbClr val="0C0A9E">
                    <a:alpha val="31372"/>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4" name="Google Shape;344;p40"/>
            <p:cNvSpPr/>
            <p:nvPr/>
          </p:nvSpPr>
          <p:spPr>
            <a:xfrm>
              <a:off x="941424" y="47243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 name="Google Shape;345;p40"/>
            <p:cNvSpPr/>
            <p:nvPr/>
          </p:nvSpPr>
          <p:spPr>
            <a:xfrm>
              <a:off x="820562" y="49581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alpha val="31372"/>
                  </a:srgbClr>
                </a:gs>
                <a:gs pos="22000">
                  <a:srgbClr val="F5F8FF">
                    <a:alpha val="31372"/>
                  </a:srgbClr>
                </a:gs>
                <a:gs pos="45000">
                  <a:srgbClr val="FFFFFF">
                    <a:alpha val="31372"/>
                  </a:srgbClr>
                </a:gs>
                <a:gs pos="100000">
                  <a:srgbClr val="0C0A9E">
                    <a:alpha val="31372"/>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 name="Google Shape;346;p40"/>
            <p:cNvSpPr/>
            <p:nvPr/>
          </p:nvSpPr>
          <p:spPr>
            <a:xfrm>
              <a:off x="1299000" y="4608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7" name="Google Shape;347;p40"/>
            <p:cNvSpPr/>
            <p:nvPr/>
          </p:nvSpPr>
          <p:spPr>
            <a:xfrm rot="5400000">
              <a:off x="447539" y="31337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48" name="Google Shape;348;p40"/>
            <p:cNvGrpSpPr/>
            <p:nvPr/>
          </p:nvGrpSpPr>
          <p:grpSpPr>
            <a:xfrm>
              <a:off x="736485" y="4387072"/>
              <a:ext cx="161977" cy="161940"/>
              <a:chOff x="1101075" y="2142375"/>
              <a:chExt cx="439200" cy="439100"/>
            </a:xfrm>
          </p:grpSpPr>
          <p:sp>
            <p:nvSpPr>
              <p:cNvPr id="349" name="Google Shape;349;p4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0" name="Google Shape;350;p4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51" name="Google Shape;351;p40"/>
            <p:cNvGrpSpPr/>
            <p:nvPr/>
          </p:nvGrpSpPr>
          <p:grpSpPr>
            <a:xfrm rot="10800000">
              <a:off x="2118901" y="4805293"/>
              <a:ext cx="161977" cy="161940"/>
              <a:chOff x="1101075" y="2142375"/>
              <a:chExt cx="439200" cy="439100"/>
            </a:xfrm>
          </p:grpSpPr>
          <p:sp>
            <p:nvSpPr>
              <p:cNvPr id="352" name="Google Shape;352;p4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3" name="Google Shape;353;p4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354" name="Google Shape;354;p40"/>
          <p:cNvGrpSpPr/>
          <p:nvPr/>
        </p:nvGrpSpPr>
        <p:grpSpPr>
          <a:xfrm>
            <a:off x="-515562" y="-797997"/>
            <a:ext cx="1433416" cy="2584783"/>
            <a:chOff x="-363162" y="-645597"/>
            <a:chExt cx="1433416" cy="2584783"/>
          </a:xfrm>
        </p:grpSpPr>
        <p:grpSp>
          <p:nvGrpSpPr>
            <p:cNvPr id="355" name="Google Shape;355;p40"/>
            <p:cNvGrpSpPr/>
            <p:nvPr/>
          </p:nvGrpSpPr>
          <p:grpSpPr>
            <a:xfrm rot="10800000">
              <a:off x="-64596" y="-645597"/>
              <a:ext cx="1134850" cy="2370192"/>
              <a:chOff x="-575575" y="3685599"/>
              <a:chExt cx="1421049" cy="2967933"/>
            </a:xfrm>
          </p:grpSpPr>
          <p:sp>
            <p:nvSpPr>
              <p:cNvPr id="356" name="Google Shape;356;p40"/>
              <p:cNvSpPr/>
              <p:nvPr/>
            </p:nvSpPr>
            <p:spPr>
              <a:xfrm>
                <a:off x="-575575" y="36855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7" name="Google Shape;357;p40"/>
              <p:cNvSpPr/>
              <p:nvPr/>
            </p:nvSpPr>
            <p:spPr>
              <a:xfrm rot="10800000">
                <a:off x="-575573" y="3820175"/>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58" name="Google Shape;358;p40"/>
            <p:cNvSpPr/>
            <p:nvPr/>
          </p:nvSpPr>
          <p:spPr>
            <a:xfrm>
              <a:off x="0" y="361650"/>
              <a:ext cx="581991" cy="575861"/>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 name="Google Shape;359;p40"/>
            <p:cNvSpPr/>
            <p:nvPr/>
          </p:nvSpPr>
          <p:spPr>
            <a:xfrm>
              <a:off x="131225" y="0"/>
              <a:ext cx="581991" cy="575861"/>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60" name="Google Shape;360;p40"/>
            <p:cNvGrpSpPr/>
            <p:nvPr/>
          </p:nvGrpSpPr>
          <p:grpSpPr>
            <a:xfrm rot="-2700000" flipH="1">
              <a:off x="-216370" y="1084101"/>
              <a:ext cx="708093" cy="708493"/>
              <a:chOff x="3678700" y="407275"/>
              <a:chExt cx="708100" cy="708500"/>
            </a:xfrm>
          </p:grpSpPr>
          <p:sp>
            <p:nvSpPr>
              <p:cNvPr id="361" name="Google Shape;361;p40"/>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2" name="Google Shape;362;p40"/>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3" name="Google Shape;363;p40"/>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4" name="Google Shape;364;p40"/>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5" name="Google Shape;365;p40"/>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6" name="Google Shape;366;p40"/>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7" name="Google Shape;367;p40"/>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368"/>
        <p:cNvGrpSpPr/>
        <p:nvPr/>
      </p:nvGrpSpPr>
      <p:grpSpPr>
        <a:xfrm>
          <a:off x="0" y="0"/>
          <a:ext cx="0" cy="0"/>
          <a:chOff x="0" y="0"/>
          <a:chExt cx="0" cy="0"/>
        </a:xfrm>
      </p:grpSpPr>
      <p:sp>
        <p:nvSpPr>
          <p:cNvPr id="369" name="Google Shape;369;p41"/>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370" name="Google Shape;370;p41"/>
          <p:cNvSpPr txBox="1">
            <a:spLocks noGrp="1"/>
          </p:cNvSpPr>
          <p:nvPr>
            <p:ph type="subTitle" idx="1"/>
          </p:nvPr>
        </p:nvSpPr>
        <p:spPr>
          <a:xfrm>
            <a:off x="1804750" y="1935218"/>
            <a:ext cx="2102100" cy="6654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71" name="Google Shape;371;p41"/>
          <p:cNvSpPr txBox="1">
            <a:spLocks noGrp="1"/>
          </p:cNvSpPr>
          <p:nvPr>
            <p:ph type="subTitle" idx="2"/>
          </p:nvPr>
        </p:nvSpPr>
        <p:spPr>
          <a:xfrm>
            <a:off x="5237152" y="1935218"/>
            <a:ext cx="2102100" cy="6654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72" name="Google Shape;372;p41"/>
          <p:cNvSpPr txBox="1">
            <a:spLocks noGrp="1"/>
          </p:cNvSpPr>
          <p:nvPr>
            <p:ph type="subTitle" idx="3"/>
          </p:nvPr>
        </p:nvSpPr>
        <p:spPr>
          <a:xfrm>
            <a:off x="1804750" y="3561374"/>
            <a:ext cx="2102100" cy="6654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73" name="Google Shape;373;p41"/>
          <p:cNvSpPr txBox="1">
            <a:spLocks noGrp="1"/>
          </p:cNvSpPr>
          <p:nvPr>
            <p:ph type="subTitle" idx="4"/>
          </p:nvPr>
        </p:nvSpPr>
        <p:spPr>
          <a:xfrm>
            <a:off x="5237152" y="3561374"/>
            <a:ext cx="2102100" cy="6654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74" name="Google Shape;374;p41"/>
          <p:cNvSpPr txBox="1">
            <a:spLocks noGrp="1"/>
          </p:cNvSpPr>
          <p:nvPr>
            <p:ph type="subTitle" idx="5"/>
          </p:nvPr>
        </p:nvSpPr>
        <p:spPr>
          <a:xfrm>
            <a:off x="1804750" y="1605775"/>
            <a:ext cx="2102100" cy="4056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20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375" name="Google Shape;375;p41"/>
          <p:cNvSpPr txBox="1">
            <a:spLocks noGrp="1"/>
          </p:cNvSpPr>
          <p:nvPr>
            <p:ph type="subTitle" idx="6"/>
          </p:nvPr>
        </p:nvSpPr>
        <p:spPr>
          <a:xfrm>
            <a:off x="5237150" y="1605775"/>
            <a:ext cx="2102100" cy="4056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20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376" name="Google Shape;376;p41"/>
          <p:cNvSpPr txBox="1">
            <a:spLocks noGrp="1"/>
          </p:cNvSpPr>
          <p:nvPr>
            <p:ph type="subTitle" idx="7"/>
          </p:nvPr>
        </p:nvSpPr>
        <p:spPr>
          <a:xfrm>
            <a:off x="1804750" y="3231981"/>
            <a:ext cx="2102100" cy="4056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20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377" name="Google Shape;377;p41"/>
          <p:cNvSpPr txBox="1">
            <a:spLocks noGrp="1"/>
          </p:cNvSpPr>
          <p:nvPr>
            <p:ph type="subTitle" idx="8"/>
          </p:nvPr>
        </p:nvSpPr>
        <p:spPr>
          <a:xfrm>
            <a:off x="5237150" y="3231981"/>
            <a:ext cx="2102100" cy="4056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20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378" name="Google Shape;378;p41"/>
          <p:cNvGrpSpPr/>
          <p:nvPr/>
        </p:nvGrpSpPr>
        <p:grpSpPr>
          <a:xfrm>
            <a:off x="-2902028" y="1271890"/>
            <a:ext cx="6191221" cy="6191221"/>
            <a:chOff x="-2825828" y="1271890"/>
            <a:chExt cx="6191221" cy="6191221"/>
          </a:xfrm>
        </p:grpSpPr>
        <p:pic>
          <p:nvPicPr>
            <p:cNvPr id="379" name="Google Shape;379;p41"/>
            <p:cNvPicPr preferRelativeResize="0"/>
            <p:nvPr/>
          </p:nvPicPr>
          <p:blipFill rotWithShape="1">
            <a:blip r:embed="rId2">
              <a:alphaModFix/>
            </a:blip>
            <a:srcRect l="16960" t="24719" r="7121" b="26177"/>
            <a:stretch/>
          </p:blipFill>
          <p:spPr>
            <a:xfrm>
              <a:off x="-680950" y="3866725"/>
              <a:ext cx="2441950" cy="1863749"/>
            </a:xfrm>
            <a:prstGeom prst="rect">
              <a:avLst/>
            </a:prstGeom>
            <a:noFill/>
            <a:ln>
              <a:noFill/>
            </a:ln>
          </p:spPr>
        </p:pic>
        <p:grpSp>
          <p:nvGrpSpPr>
            <p:cNvPr id="380" name="Google Shape;380;p41"/>
            <p:cNvGrpSpPr/>
            <p:nvPr/>
          </p:nvGrpSpPr>
          <p:grpSpPr>
            <a:xfrm>
              <a:off x="-2825828" y="1271890"/>
              <a:ext cx="6191221" cy="6191221"/>
              <a:chOff x="-2825828" y="1271890"/>
              <a:chExt cx="6191221" cy="6191221"/>
            </a:xfrm>
          </p:grpSpPr>
          <p:sp>
            <p:nvSpPr>
              <p:cNvPr id="381" name="Google Shape;381;p41"/>
              <p:cNvSpPr/>
              <p:nvPr/>
            </p:nvSpPr>
            <p:spPr>
              <a:xfrm rot="2700000" flipH="1">
                <a:off x="-1733384" y="1992813"/>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2" name="Google Shape;382;p41"/>
              <p:cNvSpPr/>
              <p:nvPr/>
            </p:nvSpPr>
            <p:spPr>
              <a:xfrm rot="2700000" flipH="1">
                <a:off x="-1192832" y="2500186"/>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83" name="Google Shape;383;p41"/>
              <p:cNvGrpSpPr/>
              <p:nvPr/>
            </p:nvGrpSpPr>
            <p:grpSpPr>
              <a:xfrm rot="10800000">
                <a:off x="384881" y="3042905"/>
                <a:ext cx="134100" cy="134100"/>
                <a:chOff x="-1999139" y="3143772"/>
                <a:chExt cx="134100" cy="134100"/>
              </a:xfrm>
            </p:grpSpPr>
            <p:sp>
              <p:nvSpPr>
                <p:cNvPr id="384" name="Google Shape;384;p41"/>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5" name="Google Shape;385;p41"/>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86" name="Google Shape;386;p41"/>
              <p:cNvGrpSpPr/>
              <p:nvPr/>
            </p:nvGrpSpPr>
            <p:grpSpPr>
              <a:xfrm rot="10800000">
                <a:off x="146106" y="3710980"/>
                <a:ext cx="134100" cy="134100"/>
                <a:chOff x="-1999139" y="3143772"/>
                <a:chExt cx="134100" cy="134100"/>
              </a:xfrm>
            </p:grpSpPr>
            <p:sp>
              <p:nvSpPr>
                <p:cNvPr id="387" name="Google Shape;387;p41"/>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8" name="Google Shape;388;p41"/>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89" name="Google Shape;389;p41"/>
              <p:cNvGrpSpPr/>
              <p:nvPr/>
            </p:nvGrpSpPr>
            <p:grpSpPr>
              <a:xfrm>
                <a:off x="-102297" y="3780153"/>
                <a:ext cx="939901" cy="2449421"/>
                <a:chOff x="-102297" y="3780153"/>
                <a:chExt cx="939901" cy="2449421"/>
              </a:xfrm>
            </p:grpSpPr>
            <p:sp>
              <p:nvSpPr>
                <p:cNvPr id="390" name="Google Shape;390;p41"/>
                <p:cNvSpPr/>
                <p:nvPr/>
              </p:nvSpPr>
              <p:spPr>
                <a:xfrm rot="10800000">
                  <a:off x="260154" y="4254866"/>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1" name="Google Shape;391;p41"/>
                <p:cNvSpPr/>
                <p:nvPr/>
              </p:nvSpPr>
              <p:spPr>
                <a:xfrm rot="10800000">
                  <a:off x="-102297" y="3780153"/>
                  <a:ext cx="687411" cy="2086997"/>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92" name="Google Shape;392;p41"/>
                <p:cNvGrpSpPr/>
                <p:nvPr/>
              </p:nvGrpSpPr>
              <p:grpSpPr>
                <a:xfrm rot="10800000">
                  <a:off x="532825" y="5492502"/>
                  <a:ext cx="134004" cy="134004"/>
                  <a:chOff x="8356813" y="1074288"/>
                  <a:chExt cx="351900" cy="351900"/>
                </a:xfrm>
              </p:grpSpPr>
              <p:sp>
                <p:nvSpPr>
                  <p:cNvPr id="393" name="Google Shape;393;p41"/>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4" name="Google Shape;394;p41"/>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grpSp>
      <p:grpSp>
        <p:nvGrpSpPr>
          <p:cNvPr id="395" name="Google Shape;395;p41"/>
          <p:cNvGrpSpPr/>
          <p:nvPr/>
        </p:nvGrpSpPr>
        <p:grpSpPr>
          <a:xfrm>
            <a:off x="5650172" y="-1036475"/>
            <a:ext cx="6191221" cy="6865136"/>
            <a:chOff x="5497772" y="-1036475"/>
            <a:chExt cx="6191221" cy="6865136"/>
          </a:xfrm>
        </p:grpSpPr>
        <p:grpSp>
          <p:nvGrpSpPr>
            <p:cNvPr id="396" name="Google Shape;396;p41"/>
            <p:cNvGrpSpPr/>
            <p:nvPr/>
          </p:nvGrpSpPr>
          <p:grpSpPr>
            <a:xfrm>
              <a:off x="5497772" y="-362560"/>
              <a:ext cx="6191221" cy="6191221"/>
              <a:chOff x="5584372" y="-362560"/>
              <a:chExt cx="6191221" cy="6191221"/>
            </a:xfrm>
          </p:grpSpPr>
          <p:grpSp>
            <p:nvGrpSpPr>
              <p:cNvPr id="397" name="Google Shape;397;p41"/>
              <p:cNvGrpSpPr/>
              <p:nvPr/>
            </p:nvGrpSpPr>
            <p:grpSpPr>
              <a:xfrm>
                <a:off x="5584372" y="-362560"/>
                <a:ext cx="6191221" cy="6191221"/>
                <a:chOff x="5443672" y="-405860"/>
                <a:chExt cx="6191221" cy="6191221"/>
              </a:xfrm>
            </p:grpSpPr>
            <p:sp>
              <p:nvSpPr>
                <p:cNvPr id="398" name="Google Shape;398;p41"/>
                <p:cNvSpPr/>
                <p:nvPr/>
              </p:nvSpPr>
              <p:spPr>
                <a:xfrm rot="-8100000" flipH="1">
                  <a:off x="6536116" y="315063"/>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9" name="Google Shape;399;p41"/>
                <p:cNvSpPr/>
                <p:nvPr/>
              </p:nvSpPr>
              <p:spPr>
                <a:xfrm rot="-8100000" flipH="1">
                  <a:off x="7076657" y="1499343"/>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0" name="Google Shape;400;p41"/>
                <p:cNvSpPr/>
                <p:nvPr/>
              </p:nvSpPr>
              <p:spPr>
                <a:xfrm>
                  <a:off x="8301511" y="-335348"/>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1" name="Google Shape;401;p41"/>
                <p:cNvSpPr/>
                <p:nvPr/>
              </p:nvSpPr>
              <p:spPr>
                <a:xfrm>
                  <a:off x="8554000" y="27076"/>
                  <a:ext cx="687411" cy="2086997"/>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02" name="Google Shape;402;p41"/>
              <p:cNvGrpSpPr/>
              <p:nvPr/>
            </p:nvGrpSpPr>
            <p:grpSpPr>
              <a:xfrm>
                <a:off x="8430786" y="3923547"/>
                <a:ext cx="134100" cy="134100"/>
                <a:chOff x="-1999139" y="3143772"/>
                <a:chExt cx="134100" cy="134100"/>
              </a:xfrm>
            </p:grpSpPr>
            <p:sp>
              <p:nvSpPr>
                <p:cNvPr id="403" name="Google Shape;403;p41"/>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4" name="Google Shape;404;p41"/>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05" name="Google Shape;405;p41"/>
              <p:cNvGrpSpPr/>
              <p:nvPr/>
            </p:nvGrpSpPr>
            <p:grpSpPr>
              <a:xfrm>
                <a:off x="8669561" y="3255472"/>
                <a:ext cx="134100" cy="134100"/>
                <a:chOff x="-1999139" y="3143772"/>
                <a:chExt cx="134100" cy="134100"/>
              </a:xfrm>
            </p:grpSpPr>
            <p:sp>
              <p:nvSpPr>
                <p:cNvPr id="406" name="Google Shape;406;p41"/>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7" name="Google Shape;407;p41"/>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08" name="Google Shape;408;p41"/>
              <p:cNvGrpSpPr/>
              <p:nvPr/>
            </p:nvGrpSpPr>
            <p:grpSpPr>
              <a:xfrm>
                <a:off x="8612986" y="311022"/>
                <a:ext cx="134004" cy="134004"/>
                <a:chOff x="8356813" y="1074288"/>
                <a:chExt cx="351900" cy="351900"/>
              </a:xfrm>
            </p:grpSpPr>
            <p:sp>
              <p:nvSpPr>
                <p:cNvPr id="409" name="Google Shape;409;p41"/>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0" name="Google Shape;410;p41"/>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pic>
          <p:nvPicPr>
            <p:cNvPr id="411" name="Google Shape;411;p41"/>
            <p:cNvPicPr preferRelativeResize="0"/>
            <p:nvPr/>
          </p:nvPicPr>
          <p:blipFill rotWithShape="1">
            <a:blip r:embed="rId2">
              <a:alphaModFix/>
            </a:blip>
            <a:srcRect l="16960" t="24719" r="7121" b="26177"/>
            <a:stretch/>
          </p:blipFill>
          <p:spPr>
            <a:xfrm>
              <a:off x="6929350" y="-1036475"/>
              <a:ext cx="2441950" cy="1863749"/>
            </a:xfrm>
            <a:prstGeom prst="rect">
              <a:avLst/>
            </a:prstGeom>
            <a:noFill/>
            <a:ln>
              <a:noFill/>
            </a:ln>
          </p:spPr>
        </p:pic>
      </p:grpSp>
      <p:grpSp>
        <p:nvGrpSpPr>
          <p:cNvPr id="412" name="Google Shape;412;p41"/>
          <p:cNvGrpSpPr/>
          <p:nvPr/>
        </p:nvGrpSpPr>
        <p:grpSpPr>
          <a:xfrm>
            <a:off x="3983988" y="4933175"/>
            <a:ext cx="667915" cy="439200"/>
            <a:chOff x="3983988" y="4933175"/>
            <a:chExt cx="667915" cy="439200"/>
          </a:xfrm>
        </p:grpSpPr>
        <p:grpSp>
          <p:nvGrpSpPr>
            <p:cNvPr id="413" name="Google Shape;413;p41"/>
            <p:cNvGrpSpPr/>
            <p:nvPr/>
          </p:nvGrpSpPr>
          <p:grpSpPr>
            <a:xfrm rot="5400000">
              <a:off x="3983938" y="4933225"/>
              <a:ext cx="439200" cy="439100"/>
              <a:chOff x="1101075" y="2142375"/>
              <a:chExt cx="439200" cy="439100"/>
            </a:xfrm>
          </p:grpSpPr>
          <p:sp>
            <p:nvSpPr>
              <p:cNvPr id="414" name="Google Shape;414;p4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5" name="Google Shape;415;p4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16" name="Google Shape;416;p41"/>
            <p:cNvGrpSpPr/>
            <p:nvPr/>
          </p:nvGrpSpPr>
          <p:grpSpPr>
            <a:xfrm rot="5400000">
              <a:off x="4423062" y="5038369"/>
              <a:ext cx="228867" cy="228815"/>
              <a:chOff x="1101075" y="2142375"/>
              <a:chExt cx="439200" cy="439100"/>
            </a:xfrm>
          </p:grpSpPr>
          <p:sp>
            <p:nvSpPr>
              <p:cNvPr id="417" name="Google Shape;417;p4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8" name="Google Shape;418;p4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419"/>
        <p:cNvGrpSpPr/>
        <p:nvPr/>
      </p:nvGrpSpPr>
      <p:grpSpPr>
        <a:xfrm>
          <a:off x="0" y="0"/>
          <a:ext cx="0" cy="0"/>
          <a:chOff x="0" y="0"/>
          <a:chExt cx="0" cy="0"/>
        </a:xfrm>
      </p:grpSpPr>
      <p:sp>
        <p:nvSpPr>
          <p:cNvPr id="420" name="Google Shape;420;p42"/>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421" name="Google Shape;421;p42"/>
          <p:cNvSpPr txBox="1">
            <a:spLocks noGrp="1"/>
          </p:cNvSpPr>
          <p:nvPr>
            <p:ph type="subTitle" idx="1"/>
          </p:nvPr>
        </p:nvSpPr>
        <p:spPr>
          <a:xfrm>
            <a:off x="720000" y="2113784"/>
            <a:ext cx="22041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22" name="Google Shape;422;p42"/>
          <p:cNvSpPr txBox="1">
            <a:spLocks noGrp="1"/>
          </p:cNvSpPr>
          <p:nvPr>
            <p:ph type="subTitle" idx="2"/>
          </p:nvPr>
        </p:nvSpPr>
        <p:spPr>
          <a:xfrm>
            <a:off x="3469872" y="2113784"/>
            <a:ext cx="22041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23" name="Google Shape;423;p42"/>
          <p:cNvSpPr txBox="1">
            <a:spLocks noGrp="1"/>
          </p:cNvSpPr>
          <p:nvPr>
            <p:ph type="subTitle" idx="3"/>
          </p:nvPr>
        </p:nvSpPr>
        <p:spPr>
          <a:xfrm>
            <a:off x="720000" y="3859222"/>
            <a:ext cx="22041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24" name="Google Shape;424;p42"/>
          <p:cNvSpPr txBox="1">
            <a:spLocks noGrp="1"/>
          </p:cNvSpPr>
          <p:nvPr>
            <p:ph type="subTitle" idx="4"/>
          </p:nvPr>
        </p:nvSpPr>
        <p:spPr>
          <a:xfrm>
            <a:off x="3469872" y="3859222"/>
            <a:ext cx="22041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25" name="Google Shape;425;p42"/>
          <p:cNvSpPr txBox="1">
            <a:spLocks noGrp="1"/>
          </p:cNvSpPr>
          <p:nvPr>
            <p:ph type="subTitle" idx="5"/>
          </p:nvPr>
        </p:nvSpPr>
        <p:spPr>
          <a:xfrm>
            <a:off x="6219751" y="2113784"/>
            <a:ext cx="22041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26" name="Google Shape;426;p42"/>
          <p:cNvSpPr txBox="1">
            <a:spLocks noGrp="1"/>
          </p:cNvSpPr>
          <p:nvPr>
            <p:ph type="subTitle" idx="6"/>
          </p:nvPr>
        </p:nvSpPr>
        <p:spPr>
          <a:xfrm>
            <a:off x="6219751" y="3859222"/>
            <a:ext cx="22041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27" name="Google Shape;427;p42"/>
          <p:cNvSpPr txBox="1">
            <a:spLocks noGrp="1"/>
          </p:cNvSpPr>
          <p:nvPr>
            <p:ph type="subTitle" idx="7"/>
          </p:nvPr>
        </p:nvSpPr>
        <p:spPr>
          <a:xfrm>
            <a:off x="720000" y="1787675"/>
            <a:ext cx="2204100" cy="4023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20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428" name="Google Shape;428;p42"/>
          <p:cNvSpPr txBox="1">
            <a:spLocks noGrp="1"/>
          </p:cNvSpPr>
          <p:nvPr>
            <p:ph type="subTitle" idx="8"/>
          </p:nvPr>
        </p:nvSpPr>
        <p:spPr>
          <a:xfrm>
            <a:off x="3469873" y="1787675"/>
            <a:ext cx="2204100" cy="4023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20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429" name="Google Shape;429;p42"/>
          <p:cNvSpPr txBox="1">
            <a:spLocks noGrp="1"/>
          </p:cNvSpPr>
          <p:nvPr>
            <p:ph type="subTitle" idx="9"/>
          </p:nvPr>
        </p:nvSpPr>
        <p:spPr>
          <a:xfrm>
            <a:off x="720000" y="3533123"/>
            <a:ext cx="2204100" cy="4023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20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430" name="Google Shape;430;p42"/>
          <p:cNvSpPr txBox="1">
            <a:spLocks noGrp="1"/>
          </p:cNvSpPr>
          <p:nvPr>
            <p:ph type="subTitle" idx="13"/>
          </p:nvPr>
        </p:nvSpPr>
        <p:spPr>
          <a:xfrm>
            <a:off x="3469873" y="3533123"/>
            <a:ext cx="2204100" cy="4023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20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431" name="Google Shape;431;p42"/>
          <p:cNvSpPr txBox="1">
            <a:spLocks noGrp="1"/>
          </p:cNvSpPr>
          <p:nvPr>
            <p:ph type="subTitle" idx="14"/>
          </p:nvPr>
        </p:nvSpPr>
        <p:spPr>
          <a:xfrm>
            <a:off x="6219752" y="1787675"/>
            <a:ext cx="2204100" cy="4023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20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432" name="Google Shape;432;p42"/>
          <p:cNvSpPr txBox="1">
            <a:spLocks noGrp="1"/>
          </p:cNvSpPr>
          <p:nvPr>
            <p:ph type="subTitle" idx="15"/>
          </p:nvPr>
        </p:nvSpPr>
        <p:spPr>
          <a:xfrm>
            <a:off x="6219752" y="3533123"/>
            <a:ext cx="2204100" cy="4023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20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433" name="Google Shape;433;p42"/>
          <p:cNvGrpSpPr/>
          <p:nvPr/>
        </p:nvGrpSpPr>
        <p:grpSpPr>
          <a:xfrm>
            <a:off x="6102850" y="-1735181"/>
            <a:ext cx="4625026" cy="4171657"/>
            <a:chOff x="6026650" y="-1658981"/>
            <a:chExt cx="4625026" cy="4171657"/>
          </a:xfrm>
        </p:grpSpPr>
        <p:pic>
          <p:nvPicPr>
            <p:cNvPr id="434" name="Google Shape;434;p42"/>
            <p:cNvPicPr preferRelativeResize="0"/>
            <p:nvPr/>
          </p:nvPicPr>
          <p:blipFill rotWithShape="1">
            <a:blip r:embed="rId2">
              <a:alphaModFix/>
            </a:blip>
            <a:srcRect l="16960" t="24719" r="7121" b="26177"/>
            <a:stretch/>
          </p:blipFill>
          <p:spPr>
            <a:xfrm>
              <a:off x="7361325" y="-596625"/>
              <a:ext cx="2441950" cy="1863749"/>
            </a:xfrm>
            <a:prstGeom prst="rect">
              <a:avLst/>
            </a:prstGeom>
            <a:noFill/>
            <a:ln>
              <a:noFill/>
            </a:ln>
          </p:spPr>
        </p:pic>
        <p:grpSp>
          <p:nvGrpSpPr>
            <p:cNvPr id="435" name="Google Shape;435;p42"/>
            <p:cNvGrpSpPr/>
            <p:nvPr/>
          </p:nvGrpSpPr>
          <p:grpSpPr>
            <a:xfrm rot="-2700000" flipH="1">
              <a:off x="7289785" y="-1246897"/>
              <a:ext cx="2552124" cy="3347490"/>
              <a:chOff x="2976325" y="908175"/>
              <a:chExt cx="4028179" cy="5283555"/>
            </a:xfrm>
          </p:grpSpPr>
          <p:sp>
            <p:nvSpPr>
              <p:cNvPr id="436" name="Google Shape;436;p42"/>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7" name="Google Shape;437;p42"/>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8" name="Google Shape;438;p42"/>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39" name="Google Shape;439;p42"/>
            <p:cNvGrpSpPr/>
            <p:nvPr/>
          </p:nvGrpSpPr>
          <p:grpSpPr>
            <a:xfrm>
              <a:off x="6026650" y="-49075"/>
              <a:ext cx="803471" cy="494095"/>
              <a:chOff x="6394675" y="-49075"/>
              <a:chExt cx="803471" cy="494095"/>
            </a:xfrm>
          </p:grpSpPr>
          <p:sp>
            <p:nvSpPr>
              <p:cNvPr id="440" name="Google Shape;440;p42"/>
              <p:cNvSpPr/>
              <p:nvPr/>
            </p:nvSpPr>
            <p:spPr>
              <a:xfrm>
                <a:off x="6394675" y="0"/>
                <a:ext cx="284119" cy="246048"/>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1" name="Google Shape;441;p42"/>
              <p:cNvSpPr/>
              <p:nvPr/>
            </p:nvSpPr>
            <p:spPr>
              <a:xfrm>
                <a:off x="6627600" y="-49075"/>
                <a:ext cx="570546" cy="494095"/>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442" name="Google Shape;442;p42"/>
          <p:cNvGrpSpPr/>
          <p:nvPr/>
        </p:nvGrpSpPr>
        <p:grpSpPr>
          <a:xfrm>
            <a:off x="-1089100" y="4200325"/>
            <a:ext cx="5368850" cy="1863749"/>
            <a:chOff x="-1089100" y="4200325"/>
            <a:chExt cx="5368850" cy="1863749"/>
          </a:xfrm>
        </p:grpSpPr>
        <p:grpSp>
          <p:nvGrpSpPr>
            <p:cNvPr id="443" name="Google Shape;443;p42"/>
            <p:cNvGrpSpPr/>
            <p:nvPr/>
          </p:nvGrpSpPr>
          <p:grpSpPr>
            <a:xfrm>
              <a:off x="-185037" y="4598363"/>
              <a:ext cx="904666" cy="726121"/>
              <a:chOff x="7945225" y="4302000"/>
              <a:chExt cx="904666" cy="726121"/>
            </a:xfrm>
          </p:grpSpPr>
          <p:sp>
            <p:nvSpPr>
              <p:cNvPr id="444" name="Google Shape;444;p42"/>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5" name="Google Shape;445;p42"/>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6" name="Google Shape;446;p42"/>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447" name="Google Shape;447;p42"/>
            <p:cNvPicPr preferRelativeResize="0"/>
            <p:nvPr/>
          </p:nvPicPr>
          <p:blipFill rotWithShape="1">
            <a:blip r:embed="rId2">
              <a:alphaModFix/>
            </a:blip>
            <a:srcRect l="16960" t="24719" r="7121" b="26177"/>
            <a:stretch/>
          </p:blipFill>
          <p:spPr>
            <a:xfrm>
              <a:off x="1837800" y="4200325"/>
              <a:ext cx="2441950" cy="1863749"/>
            </a:xfrm>
            <a:prstGeom prst="rect">
              <a:avLst/>
            </a:prstGeom>
            <a:noFill/>
            <a:ln>
              <a:noFill/>
            </a:ln>
          </p:spPr>
        </p:pic>
        <p:grpSp>
          <p:nvGrpSpPr>
            <p:cNvPr id="448" name="Google Shape;448;p42"/>
            <p:cNvGrpSpPr/>
            <p:nvPr/>
          </p:nvGrpSpPr>
          <p:grpSpPr>
            <a:xfrm rot="-2700000">
              <a:off x="390377" y="4688868"/>
              <a:ext cx="299453" cy="545119"/>
              <a:chOff x="-66426" y="1151064"/>
              <a:chExt cx="299455" cy="545125"/>
            </a:xfrm>
          </p:grpSpPr>
          <p:grpSp>
            <p:nvGrpSpPr>
              <p:cNvPr id="449" name="Google Shape;449;p42"/>
              <p:cNvGrpSpPr/>
              <p:nvPr/>
            </p:nvGrpSpPr>
            <p:grpSpPr>
              <a:xfrm>
                <a:off x="-66426" y="1396564"/>
                <a:ext cx="299455" cy="299625"/>
                <a:chOff x="3678700" y="407275"/>
                <a:chExt cx="708100" cy="708500"/>
              </a:xfrm>
            </p:grpSpPr>
            <p:sp>
              <p:nvSpPr>
                <p:cNvPr id="450" name="Google Shape;450;p42"/>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1" name="Google Shape;451;p42"/>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2" name="Google Shape;452;p42"/>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3" name="Google Shape;453;p42"/>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4" name="Google Shape;454;p42"/>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5" name="Google Shape;455;p42"/>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6" name="Google Shape;456;p42"/>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57" name="Google Shape;457;p42"/>
              <p:cNvGrpSpPr/>
              <p:nvPr/>
            </p:nvGrpSpPr>
            <p:grpSpPr>
              <a:xfrm>
                <a:off x="-66426" y="1151064"/>
                <a:ext cx="299455" cy="299625"/>
                <a:chOff x="3678700" y="407275"/>
                <a:chExt cx="708100" cy="708500"/>
              </a:xfrm>
            </p:grpSpPr>
            <p:sp>
              <p:nvSpPr>
                <p:cNvPr id="458" name="Google Shape;458;p42"/>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9" name="Google Shape;459;p42"/>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0" name="Google Shape;460;p42"/>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1" name="Google Shape;461;p42"/>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2" name="Google Shape;462;p42"/>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3" name="Google Shape;463;p42"/>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4" name="Google Shape;464;p42"/>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465" name="Google Shape;465;p42"/>
            <p:cNvGrpSpPr/>
            <p:nvPr/>
          </p:nvGrpSpPr>
          <p:grpSpPr>
            <a:xfrm>
              <a:off x="-1089100" y="4894376"/>
              <a:ext cx="4558967" cy="134100"/>
              <a:chOff x="796100" y="3019701"/>
              <a:chExt cx="4558967" cy="134100"/>
            </a:xfrm>
          </p:grpSpPr>
          <p:sp>
            <p:nvSpPr>
              <p:cNvPr id="466" name="Google Shape;466;p42"/>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67" name="Google Shape;467;p42"/>
              <p:cNvCxnSpPr/>
              <p:nvPr/>
            </p:nvCxnSpPr>
            <p:spPr>
              <a:xfrm>
                <a:off x="796100" y="3086750"/>
                <a:ext cx="4462800" cy="0"/>
              </a:xfrm>
              <a:prstGeom prst="straightConnector1">
                <a:avLst/>
              </a:prstGeom>
              <a:noFill/>
              <a:ln w="9525" cap="flat" cmpd="sng">
                <a:solidFill>
                  <a:schemeClr val="dk2"/>
                </a:solidFill>
                <a:prstDash val="solid"/>
                <a:round/>
                <a:headEnd type="none" w="sm" len="sm"/>
                <a:tailEnd type="none" w="sm" len="sm"/>
              </a:ln>
            </p:spPr>
          </p:cxnSp>
          <p:sp>
            <p:nvSpPr>
              <p:cNvPr id="468" name="Google Shape;468;p42"/>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69"/>
        <p:cNvGrpSpPr/>
        <p:nvPr/>
      </p:nvGrpSpPr>
      <p:grpSpPr>
        <a:xfrm>
          <a:off x="0" y="0"/>
          <a:ext cx="0" cy="0"/>
          <a:chOff x="0" y="0"/>
          <a:chExt cx="0" cy="0"/>
        </a:xfrm>
      </p:grpSpPr>
      <p:grpSp>
        <p:nvGrpSpPr>
          <p:cNvPr id="470" name="Google Shape;470;p43"/>
          <p:cNvGrpSpPr/>
          <p:nvPr/>
        </p:nvGrpSpPr>
        <p:grpSpPr>
          <a:xfrm rot="-8100000">
            <a:off x="-1629951" y="-1138306"/>
            <a:ext cx="3785189" cy="3043121"/>
            <a:chOff x="7103825" y="-713112"/>
            <a:chExt cx="3785226" cy="3043150"/>
          </a:xfrm>
        </p:grpSpPr>
        <p:sp>
          <p:nvSpPr>
            <p:cNvPr id="471" name="Google Shape;471;p43"/>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72" name="Google Shape;472;p43"/>
            <p:cNvPicPr preferRelativeResize="0"/>
            <p:nvPr/>
          </p:nvPicPr>
          <p:blipFill rotWithShape="1">
            <a:blip r:embed="rId2">
              <a:alphaModFix/>
            </a:blip>
            <a:srcRect t="17657" b="17664"/>
            <a:stretch/>
          </p:blipFill>
          <p:spPr>
            <a:xfrm>
              <a:off x="7103825" y="-713112"/>
              <a:ext cx="3785226" cy="2888974"/>
            </a:xfrm>
            <a:prstGeom prst="rect">
              <a:avLst/>
            </a:prstGeom>
            <a:noFill/>
            <a:ln>
              <a:noFill/>
            </a:ln>
          </p:spPr>
        </p:pic>
      </p:grpSp>
      <p:sp>
        <p:nvSpPr>
          <p:cNvPr id="473" name="Google Shape;473;p43"/>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a:endParaRPr/>
          </a:p>
        </p:txBody>
      </p:sp>
      <p:grpSp>
        <p:nvGrpSpPr>
          <p:cNvPr id="474" name="Google Shape;474;p43"/>
          <p:cNvGrpSpPr/>
          <p:nvPr/>
        </p:nvGrpSpPr>
        <p:grpSpPr>
          <a:xfrm>
            <a:off x="8106279" y="-844414"/>
            <a:ext cx="1791131" cy="2767834"/>
            <a:chOff x="8030079" y="-844414"/>
            <a:chExt cx="1791131" cy="2767834"/>
          </a:xfrm>
        </p:grpSpPr>
        <p:grpSp>
          <p:nvGrpSpPr>
            <p:cNvPr id="475" name="Google Shape;475;p43"/>
            <p:cNvGrpSpPr/>
            <p:nvPr/>
          </p:nvGrpSpPr>
          <p:grpSpPr>
            <a:xfrm rot="10800000">
              <a:off x="8566799" y="-844414"/>
              <a:ext cx="1213764" cy="2455356"/>
              <a:chOff x="-293545" y="3454371"/>
              <a:chExt cx="981772" cy="1986052"/>
            </a:xfrm>
          </p:grpSpPr>
          <p:sp>
            <p:nvSpPr>
              <p:cNvPr id="476" name="Google Shape;476;p43"/>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7" name="Google Shape;477;p43"/>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78" name="Google Shape;478;p43"/>
            <p:cNvGrpSpPr/>
            <p:nvPr/>
          </p:nvGrpSpPr>
          <p:grpSpPr>
            <a:xfrm rot="10800000">
              <a:off x="8123728" y="-262212"/>
              <a:ext cx="865288" cy="591661"/>
              <a:chOff x="39723" y="4349021"/>
              <a:chExt cx="1061964" cy="726143"/>
            </a:xfrm>
          </p:grpSpPr>
          <p:grpSp>
            <p:nvGrpSpPr>
              <p:cNvPr id="479" name="Google Shape;479;p43"/>
              <p:cNvGrpSpPr/>
              <p:nvPr/>
            </p:nvGrpSpPr>
            <p:grpSpPr>
              <a:xfrm rot="2700000">
                <a:off x="140502" y="4460924"/>
                <a:ext cx="524584" cy="502337"/>
                <a:chOff x="1189791" y="-1767331"/>
                <a:chExt cx="904284" cy="865933"/>
              </a:xfrm>
            </p:grpSpPr>
            <p:sp>
              <p:nvSpPr>
                <p:cNvPr id="480" name="Google Shape;480;p4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1" name="Google Shape;481;p43"/>
                <p:cNvGrpSpPr/>
                <p:nvPr/>
              </p:nvGrpSpPr>
              <p:grpSpPr>
                <a:xfrm>
                  <a:off x="1232795" y="-1740829"/>
                  <a:ext cx="717622" cy="717393"/>
                  <a:chOff x="1483457" y="3953671"/>
                  <a:chExt cx="717622" cy="717393"/>
                </a:xfrm>
              </p:grpSpPr>
              <p:sp>
                <p:nvSpPr>
                  <p:cNvPr id="482" name="Google Shape;482;p4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3" name="Google Shape;483;p4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4" name="Google Shape;484;p4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5" name="Google Shape;485;p4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6" name="Google Shape;486;p4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487" name="Google Shape;487;p4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88" name="Google Shape;488;p43"/>
            <p:cNvGrpSpPr/>
            <p:nvPr/>
          </p:nvGrpSpPr>
          <p:grpSpPr>
            <a:xfrm rot="5400000">
              <a:off x="8338263" y="440473"/>
              <a:ext cx="1670849" cy="1295044"/>
              <a:chOff x="-2460210" y="2758494"/>
              <a:chExt cx="1351491" cy="1047516"/>
            </a:xfrm>
          </p:grpSpPr>
          <p:sp>
            <p:nvSpPr>
              <p:cNvPr id="489" name="Google Shape;489;p43"/>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F5F8FF">
                      <a:alpha val="46666"/>
                    </a:srgbClr>
                  </a:gs>
                  <a:gs pos="22000">
                    <a:srgbClr val="F5F8FF">
                      <a:alpha val="46666"/>
                    </a:srgbClr>
                  </a:gs>
                  <a:gs pos="45000">
                    <a:srgbClr val="FFFFFF">
                      <a:alpha val="46666"/>
                    </a:srgbClr>
                  </a:gs>
                  <a:gs pos="100000">
                    <a:srgbClr val="0C0A9E">
                      <a:alpha val="4666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0" name="Google Shape;490;p43"/>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F5F8FF">
                      <a:alpha val="46666"/>
                    </a:srgbClr>
                  </a:gs>
                  <a:gs pos="22000">
                    <a:srgbClr val="F5F8FF">
                      <a:alpha val="46666"/>
                    </a:srgbClr>
                  </a:gs>
                  <a:gs pos="45000">
                    <a:srgbClr val="FFFFFF">
                      <a:alpha val="46666"/>
                    </a:srgbClr>
                  </a:gs>
                  <a:gs pos="100000">
                    <a:srgbClr val="0C0A9E">
                      <a:alpha val="4666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1" name="Google Shape;491;p43"/>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F5F8FF">
                      <a:alpha val="46666"/>
                    </a:srgbClr>
                  </a:gs>
                  <a:gs pos="22000">
                    <a:srgbClr val="F5F8FF">
                      <a:alpha val="46666"/>
                    </a:srgbClr>
                  </a:gs>
                  <a:gs pos="45000">
                    <a:srgbClr val="FFFFFF">
                      <a:alpha val="46666"/>
                    </a:srgbClr>
                  </a:gs>
                  <a:gs pos="100000">
                    <a:srgbClr val="0C0A9E">
                      <a:alpha val="4666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2" name="Google Shape;492;p43"/>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F5F8FF">
                      <a:alpha val="46666"/>
                    </a:srgbClr>
                  </a:gs>
                  <a:gs pos="22000">
                    <a:srgbClr val="F5F8FF">
                      <a:alpha val="46666"/>
                    </a:srgbClr>
                  </a:gs>
                  <a:gs pos="45000">
                    <a:srgbClr val="FFFFFF">
                      <a:alpha val="46666"/>
                    </a:srgbClr>
                  </a:gs>
                  <a:gs pos="100000">
                    <a:srgbClr val="0C0A9E">
                      <a:alpha val="4666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93" name="Google Shape;493;p43"/>
            <p:cNvGrpSpPr/>
            <p:nvPr/>
          </p:nvGrpSpPr>
          <p:grpSpPr>
            <a:xfrm rot="10800000">
              <a:off x="8030079" y="157481"/>
              <a:ext cx="865288" cy="591661"/>
              <a:chOff x="39723" y="4349021"/>
              <a:chExt cx="1061964" cy="726143"/>
            </a:xfrm>
          </p:grpSpPr>
          <p:grpSp>
            <p:nvGrpSpPr>
              <p:cNvPr id="494" name="Google Shape;494;p43"/>
              <p:cNvGrpSpPr/>
              <p:nvPr/>
            </p:nvGrpSpPr>
            <p:grpSpPr>
              <a:xfrm rot="2700000">
                <a:off x="140502" y="4460924"/>
                <a:ext cx="524584" cy="502337"/>
                <a:chOff x="1189791" y="-1767331"/>
                <a:chExt cx="904284" cy="865933"/>
              </a:xfrm>
            </p:grpSpPr>
            <p:sp>
              <p:nvSpPr>
                <p:cNvPr id="495" name="Google Shape;495;p4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96" name="Google Shape;496;p43"/>
                <p:cNvGrpSpPr/>
                <p:nvPr/>
              </p:nvGrpSpPr>
              <p:grpSpPr>
                <a:xfrm>
                  <a:off x="1232795" y="-1740829"/>
                  <a:ext cx="717622" cy="717393"/>
                  <a:chOff x="1483457" y="3953671"/>
                  <a:chExt cx="717622" cy="717393"/>
                </a:xfrm>
              </p:grpSpPr>
              <p:sp>
                <p:nvSpPr>
                  <p:cNvPr id="497" name="Google Shape;497;p4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8" name="Google Shape;498;p4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9" name="Google Shape;499;p4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0" name="Google Shape;500;p4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1" name="Google Shape;501;p4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502" name="Google Shape;502;p4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03" name="Google Shape;503;p43"/>
            <p:cNvGrpSpPr/>
            <p:nvPr/>
          </p:nvGrpSpPr>
          <p:grpSpPr>
            <a:xfrm rot="10800000">
              <a:off x="8653266" y="87645"/>
              <a:ext cx="865288" cy="591661"/>
              <a:chOff x="39723" y="4349021"/>
              <a:chExt cx="1061964" cy="726143"/>
            </a:xfrm>
          </p:grpSpPr>
          <p:grpSp>
            <p:nvGrpSpPr>
              <p:cNvPr id="504" name="Google Shape;504;p43"/>
              <p:cNvGrpSpPr/>
              <p:nvPr/>
            </p:nvGrpSpPr>
            <p:grpSpPr>
              <a:xfrm rot="2700000">
                <a:off x="140502" y="4460924"/>
                <a:ext cx="524584" cy="502337"/>
                <a:chOff x="1189791" y="-1767331"/>
                <a:chExt cx="904284" cy="865933"/>
              </a:xfrm>
            </p:grpSpPr>
            <p:sp>
              <p:nvSpPr>
                <p:cNvPr id="505" name="Google Shape;505;p4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6" name="Google Shape;506;p43"/>
                <p:cNvGrpSpPr/>
                <p:nvPr/>
              </p:nvGrpSpPr>
              <p:grpSpPr>
                <a:xfrm>
                  <a:off x="1232795" y="-1740829"/>
                  <a:ext cx="717622" cy="717393"/>
                  <a:chOff x="1483457" y="3953671"/>
                  <a:chExt cx="717622" cy="717393"/>
                </a:xfrm>
              </p:grpSpPr>
              <p:sp>
                <p:nvSpPr>
                  <p:cNvPr id="507" name="Google Shape;507;p4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8" name="Google Shape;508;p4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9" name="Google Shape;509;p4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0" name="Google Shape;510;p4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1" name="Google Shape;511;p4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512" name="Google Shape;512;p4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513" name="Google Shape;513;p43"/>
          <p:cNvGrpSpPr/>
          <p:nvPr/>
        </p:nvGrpSpPr>
        <p:grpSpPr>
          <a:xfrm>
            <a:off x="-1499000" y="3182552"/>
            <a:ext cx="4558967" cy="3356865"/>
            <a:chOff x="-1422800" y="3106352"/>
            <a:chExt cx="4558967" cy="3356865"/>
          </a:xfrm>
        </p:grpSpPr>
        <p:grpSp>
          <p:nvGrpSpPr>
            <p:cNvPr id="514" name="Google Shape;514;p43"/>
            <p:cNvGrpSpPr/>
            <p:nvPr/>
          </p:nvGrpSpPr>
          <p:grpSpPr>
            <a:xfrm>
              <a:off x="-474664" y="3485331"/>
              <a:ext cx="1472068" cy="2977886"/>
              <a:chOff x="-293545" y="3454371"/>
              <a:chExt cx="981772" cy="1986052"/>
            </a:xfrm>
          </p:grpSpPr>
          <p:sp>
            <p:nvSpPr>
              <p:cNvPr id="515" name="Google Shape;515;p43"/>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6" name="Google Shape;516;p43"/>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17" name="Google Shape;517;p43"/>
            <p:cNvGrpSpPr/>
            <p:nvPr/>
          </p:nvGrpSpPr>
          <p:grpSpPr>
            <a:xfrm>
              <a:off x="485338" y="5039978"/>
              <a:ext cx="1049539" cy="717647"/>
              <a:chOff x="39723" y="4349021"/>
              <a:chExt cx="1061964" cy="726143"/>
            </a:xfrm>
          </p:grpSpPr>
          <p:grpSp>
            <p:nvGrpSpPr>
              <p:cNvPr id="518" name="Google Shape;518;p43"/>
              <p:cNvGrpSpPr/>
              <p:nvPr/>
            </p:nvGrpSpPr>
            <p:grpSpPr>
              <a:xfrm rot="2700000">
                <a:off x="140502" y="4460924"/>
                <a:ext cx="524584" cy="502337"/>
                <a:chOff x="1189791" y="-1767331"/>
                <a:chExt cx="904284" cy="865933"/>
              </a:xfrm>
            </p:grpSpPr>
            <p:sp>
              <p:nvSpPr>
                <p:cNvPr id="519" name="Google Shape;519;p4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20" name="Google Shape;520;p43"/>
                <p:cNvGrpSpPr/>
                <p:nvPr/>
              </p:nvGrpSpPr>
              <p:grpSpPr>
                <a:xfrm>
                  <a:off x="1232795" y="-1740829"/>
                  <a:ext cx="717622" cy="717393"/>
                  <a:chOff x="1483457" y="3953671"/>
                  <a:chExt cx="717622" cy="717393"/>
                </a:xfrm>
              </p:grpSpPr>
              <p:sp>
                <p:nvSpPr>
                  <p:cNvPr id="521" name="Google Shape;521;p4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2" name="Google Shape;522;p4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3" name="Google Shape;523;p4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4" name="Google Shape;524;p4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5" name="Google Shape;525;p4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526" name="Google Shape;526;p4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27" name="Google Shape;527;p43"/>
            <p:cNvGrpSpPr/>
            <p:nvPr/>
          </p:nvGrpSpPr>
          <p:grpSpPr>
            <a:xfrm rot="5400000">
              <a:off x="-645365" y="3334242"/>
              <a:ext cx="2026426" cy="1570646"/>
              <a:chOff x="-2460210" y="2758494"/>
              <a:chExt cx="1351491" cy="1047516"/>
            </a:xfrm>
          </p:grpSpPr>
          <p:sp>
            <p:nvSpPr>
              <p:cNvPr id="528" name="Google Shape;528;p43"/>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9" name="Google Shape;529;p43"/>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0" name="Google Shape;530;p43"/>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1" name="Google Shape;531;p43"/>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32" name="Google Shape;532;p43"/>
            <p:cNvGrpSpPr/>
            <p:nvPr/>
          </p:nvGrpSpPr>
          <p:grpSpPr>
            <a:xfrm>
              <a:off x="598918" y="4530969"/>
              <a:ext cx="1049539" cy="717647"/>
              <a:chOff x="39723" y="4349021"/>
              <a:chExt cx="1061964" cy="726143"/>
            </a:xfrm>
          </p:grpSpPr>
          <p:grpSp>
            <p:nvGrpSpPr>
              <p:cNvPr id="533" name="Google Shape;533;p43"/>
              <p:cNvGrpSpPr/>
              <p:nvPr/>
            </p:nvGrpSpPr>
            <p:grpSpPr>
              <a:xfrm rot="2700000">
                <a:off x="140502" y="4460924"/>
                <a:ext cx="524584" cy="502337"/>
                <a:chOff x="1189791" y="-1767331"/>
                <a:chExt cx="904284" cy="865933"/>
              </a:xfrm>
            </p:grpSpPr>
            <p:sp>
              <p:nvSpPr>
                <p:cNvPr id="534" name="Google Shape;534;p4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35" name="Google Shape;535;p43"/>
                <p:cNvGrpSpPr/>
                <p:nvPr/>
              </p:nvGrpSpPr>
              <p:grpSpPr>
                <a:xfrm>
                  <a:off x="1232795" y="-1740829"/>
                  <a:ext cx="717622" cy="717393"/>
                  <a:chOff x="1483457" y="3953671"/>
                  <a:chExt cx="717622" cy="717393"/>
                </a:xfrm>
              </p:grpSpPr>
              <p:sp>
                <p:nvSpPr>
                  <p:cNvPr id="536" name="Google Shape;536;p4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7" name="Google Shape;537;p4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8" name="Google Shape;538;p4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9" name="Google Shape;539;p4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0" name="Google Shape;540;p4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541" name="Google Shape;541;p4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42" name="Google Shape;542;p43"/>
            <p:cNvGrpSpPr/>
            <p:nvPr/>
          </p:nvGrpSpPr>
          <p:grpSpPr>
            <a:xfrm>
              <a:off x="-156892" y="4615667"/>
              <a:ext cx="1049539" cy="717647"/>
              <a:chOff x="39723" y="4349021"/>
              <a:chExt cx="1061964" cy="726143"/>
            </a:xfrm>
          </p:grpSpPr>
          <p:grpSp>
            <p:nvGrpSpPr>
              <p:cNvPr id="543" name="Google Shape;543;p43"/>
              <p:cNvGrpSpPr/>
              <p:nvPr/>
            </p:nvGrpSpPr>
            <p:grpSpPr>
              <a:xfrm rot="2700000">
                <a:off x="140502" y="4460924"/>
                <a:ext cx="524584" cy="502337"/>
                <a:chOff x="1189791" y="-1767331"/>
                <a:chExt cx="904284" cy="865933"/>
              </a:xfrm>
            </p:grpSpPr>
            <p:sp>
              <p:nvSpPr>
                <p:cNvPr id="544" name="Google Shape;544;p4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45" name="Google Shape;545;p43"/>
                <p:cNvGrpSpPr/>
                <p:nvPr/>
              </p:nvGrpSpPr>
              <p:grpSpPr>
                <a:xfrm>
                  <a:off x="1232795" y="-1740829"/>
                  <a:ext cx="717622" cy="717393"/>
                  <a:chOff x="1483457" y="3953671"/>
                  <a:chExt cx="717622" cy="717393"/>
                </a:xfrm>
              </p:grpSpPr>
              <p:sp>
                <p:nvSpPr>
                  <p:cNvPr id="546" name="Google Shape;546;p4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7" name="Google Shape;547;p4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8" name="Google Shape;548;p4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9" name="Google Shape;549;p4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0" name="Google Shape;550;p4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551" name="Google Shape;551;p4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52" name="Google Shape;552;p43"/>
            <p:cNvGrpSpPr/>
            <p:nvPr/>
          </p:nvGrpSpPr>
          <p:grpSpPr>
            <a:xfrm>
              <a:off x="-1422800" y="4822751"/>
              <a:ext cx="4558967" cy="134100"/>
              <a:chOff x="796100" y="3019701"/>
              <a:chExt cx="4558967" cy="134100"/>
            </a:xfrm>
          </p:grpSpPr>
          <p:sp>
            <p:nvSpPr>
              <p:cNvPr id="553" name="Google Shape;553;p43"/>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54" name="Google Shape;554;p43"/>
              <p:cNvCxnSpPr/>
              <p:nvPr/>
            </p:nvCxnSpPr>
            <p:spPr>
              <a:xfrm>
                <a:off x="796100" y="3086750"/>
                <a:ext cx="4462800" cy="0"/>
              </a:xfrm>
              <a:prstGeom prst="straightConnector1">
                <a:avLst/>
              </a:prstGeom>
              <a:noFill/>
              <a:ln w="9525" cap="flat" cmpd="sng">
                <a:solidFill>
                  <a:schemeClr val="dk2"/>
                </a:solidFill>
                <a:prstDash val="solid"/>
                <a:round/>
                <a:headEnd type="none" w="sm" len="sm"/>
                <a:tailEnd type="none" w="sm" len="sm"/>
              </a:ln>
            </p:spPr>
          </p:cxnSp>
          <p:sp>
            <p:nvSpPr>
              <p:cNvPr id="555" name="Google Shape;555;p43"/>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1">
  <p:cSld name="CUSTOM_10">
    <p:spTree>
      <p:nvGrpSpPr>
        <p:cNvPr id="1" name="Shape 556"/>
        <p:cNvGrpSpPr/>
        <p:nvPr/>
      </p:nvGrpSpPr>
      <p:grpSpPr>
        <a:xfrm>
          <a:off x="0" y="0"/>
          <a:ext cx="0" cy="0"/>
          <a:chOff x="0" y="0"/>
          <a:chExt cx="0" cy="0"/>
        </a:xfrm>
      </p:grpSpPr>
      <p:sp>
        <p:nvSpPr>
          <p:cNvPr id="557" name="Google Shape;557;p44"/>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a:endParaRPr/>
          </a:p>
        </p:txBody>
      </p:sp>
      <p:grpSp>
        <p:nvGrpSpPr>
          <p:cNvPr id="558" name="Google Shape;558;p44"/>
          <p:cNvGrpSpPr/>
          <p:nvPr/>
        </p:nvGrpSpPr>
        <p:grpSpPr>
          <a:xfrm>
            <a:off x="4967675" y="4931713"/>
            <a:ext cx="439200" cy="439100"/>
            <a:chOff x="1101075" y="2142375"/>
            <a:chExt cx="439200" cy="439100"/>
          </a:xfrm>
        </p:grpSpPr>
        <p:sp>
          <p:nvSpPr>
            <p:cNvPr id="559" name="Google Shape;559;p44"/>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0" name="Google Shape;560;p44"/>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61" name="Google Shape;561;p44"/>
          <p:cNvGrpSpPr/>
          <p:nvPr/>
        </p:nvGrpSpPr>
        <p:grpSpPr>
          <a:xfrm>
            <a:off x="2176605" y="-3695660"/>
            <a:ext cx="7317722" cy="6983296"/>
            <a:chOff x="2100405" y="-3619460"/>
            <a:chExt cx="7317722" cy="6983296"/>
          </a:xfrm>
        </p:grpSpPr>
        <p:sp>
          <p:nvSpPr>
            <p:cNvPr id="562" name="Google Shape;562;p44"/>
            <p:cNvSpPr/>
            <p:nvPr/>
          </p:nvSpPr>
          <p:spPr>
            <a:xfrm rot="8100000" flipH="1">
              <a:off x="3778999" y="-2106462"/>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63" name="Google Shape;563;p44"/>
            <p:cNvGrpSpPr/>
            <p:nvPr/>
          </p:nvGrpSpPr>
          <p:grpSpPr>
            <a:xfrm rot="2700000">
              <a:off x="7787417" y="120497"/>
              <a:ext cx="582044" cy="582419"/>
              <a:chOff x="959750" y="3039275"/>
              <a:chExt cx="582050" cy="582425"/>
            </a:xfrm>
          </p:grpSpPr>
          <p:sp>
            <p:nvSpPr>
              <p:cNvPr id="564" name="Google Shape;564;p44"/>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5" name="Google Shape;565;p44"/>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6" name="Google Shape;566;p44"/>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7" name="Google Shape;567;p44"/>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8" name="Google Shape;568;p44"/>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9" name="Google Shape;569;p44"/>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0" name="Google Shape;570;p44"/>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71" name="Google Shape;571;p44"/>
            <p:cNvGrpSpPr/>
            <p:nvPr/>
          </p:nvGrpSpPr>
          <p:grpSpPr>
            <a:xfrm rot="2700000">
              <a:off x="8310742" y="-75303"/>
              <a:ext cx="582044" cy="582419"/>
              <a:chOff x="959750" y="3039275"/>
              <a:chExt cx="582050" cy="582425"/>
            </a:xfrm>
          </p:grpSpPr>
          <p:sp>
            <p:nvSpPr>
              <p:cNvPr id="572" name="Google Shape;572;p44"/>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3" name="Google Shape;573;p44"/>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4" name="Google Shape;574;p44"/>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5" name="Google Shape;575;p44"/>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6" name="Google Shape;576;p44"/>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7" name="Google Shape;577;p44"/>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8" name="Google Shape;578;p44"/>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79" name="Google Shape;579;p44"/>
            <p:cNvSpPr/>
            <p:nvPr/>
          </p:nvSpPr>
          <p:spPr>
            <a:xfrm rot="5400000">
              <a:off x="8142048" y="-575660"/>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0" name="Google Shape;580;p44"/>
            <p:cNvSpPr/>
            <p:nvPr/>
          </p:nvSpPr>
          <p:spPr>
            <a:xfrm rot="10800000">
              <a:off x="8365398" y="-290023"/>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1" name="Google Shape;581;p44"/>
            <p:cNvSpPr/>
            <p:nvPr/>
          </p:nvSpPr>
          <p:spPr>
            <a:xfrm rot="10800000">
              <a:off x="8490148" y="2"/>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2" name="Google Shape;582;p44"/>
            <p:cNvSpPr/>
            <p:nvPr/>
          </p:nvSpPr>
          <p:spPr>
            <a:xfrm rot="-2700000" flipH="1">
              <a:off x="3192849" y="-2898537"/>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83" name="Google Shape;583;p44"/>
          <p:cNvGrpSpPr/>
          <p:nvPr/>
        </p:nvGrpSpPr>
        <p:grpSpPr>
          <a:xfrm>
            <a:off x="-2424241" y="2074146"/>
            <a:ext cx="6274943" cy="6257753"/>
            <a:chOff x="-2447691" y="2022396"/>
            <a:chExt cx="6274943" cy="6257753"/>
          </a:xfrm>
        </p:grpSpPr>
        <p:grpSp>
          <p:nvGrpSpPr>
            <p:cNvPr id="584" name="Google Shape;584;p44"/>
            <p:cNvGrpSpPr/>
            <p:nvPr/>
          </p:nvGrpSpPr>
          <p:grpSpPr>
            <a:xfrm rot="10800000" flipH="1">
              <a:off x="-25334" y="4406387"/>
              <a:ext cx="1538562" cy="971589"/>
              <a:chOff x="-191059" y="95963"/>
              <a:chExt cx="1538562" cy="971589"/>
            </a:xfrm>
          </p:grpSpPr>
          <p:grpSp>
            <p:nvGrpSpPr>
              <p:cNvPr id="585" name="Google Shape;585;p44"/>
              <p:cNvGrpSpPr/>
              <p:nvPr/>
            </p:nvGrpSpPr>
            <p:grpSpPr>
              <a:xfrm>
                <a:off x="-191059" y="201619"/>
                <a:ext cx="904284" cy="865933"/>
                <a:chOff x="2038491" y="-937756"/>
                <a:chExt cx="904284" cy="865933"/>
              </a:xfrm>
            </p:grpSpPr>
            <p:grpSp>
              <p:nvGrpSpPr>
                <p:cNvPr id="586" name="Google Shape;586;p44"/>
                <p:cNvGrpSpPr/>
                <p:nvPr/>
              </p:nvGrpSpPr>
              <p:grpSpPr>
                <a:xfrm>
                  <a:off x="2096570" y="-863491"/>
                  <a:ext cx="717622" cy="717393"/>
                  <a:chOff x="1483457" y="3953671"/>
                  <a:chExt cx="717622" cy="717393"/>
                </a:xfrm>
              </p:grpSpPr>
              <p:sp>
                <p:nvSpPr>
                  <p:cNvPr id="587" name="Google Shape;587;p44"/>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F5F8FF">
                          <a:alpha val="46666"/>
                        </a:srgbClr>
                      </a:gs>
                      <a:gs pos="22000">
                        <a:srgbClr val="F5F8FF">
                          <a:alpha val="46666"/>
                        </a:srgbClr>
                      </a:gs>
                      <a:gs pos="45000">
                        <a:srgbClr val="FFFFFF">
                          <a:alpha val="46666"/>
                        </a:srgbClr>
                      </a:gs>
                      <a:gs pos="100000">
                        <a:srgbClr val="0C0A9E">
                          <a:alpha val="4666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8" name="Google Shape;588;p44"/>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F5F8FF">
                          <a:alpha val="46666"/>
                        </a:srgbClr>
                      </a:gs>
                      <a:gs pos="22000">
                        <a:srgbClr val="F5F8FF">
                          <a:alpha val="46666"/>
                        </a:srgbClr>
                      </a:gs>
                      <a:gs pos="45000">
                        <a:srgbClr val="FFFFFF">
                          <a:alpha val="46666"/>
                        </a:srgbClr>
                      </a:gs>
                      <a:gs pos="100000">
                        <a:srgbClr val="0C0A9E">
                          <a:alpha val="4666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9" name="Google Shape;589;p44"/>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F5F8FF">
                          <a:alpha val="46666"/>
                        </a:srgbClr>
                      </a:gs>
                      <a:gs pos="22000">
                        <a:srgbClr val="F5F8FF">
                          <a:alpha val="46666"/>
                        </a:srgbClr>
                      </a:gs>
                      <a:gs pos="45000">
                        <a:srgbClr val="FFFFFF">
                          <a:alpha val="46666"/>
                        </a:srgbClr>
                      </a:gs>
                      <a:gs pos="100000">
                        <a:srgbClr val="0C0A9E">
                          <a:alpha val="4666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0" name="Google Shape;590;p44"/>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F5F8FF">
                          <a:alpha val="46666"/>
                        </a:srgbClr>
                      </a:gs>
                      <a:gs pos="22000">
                        <a:srgbClr val="F5F8FF">
                          <a:alpha val="46666"/>
                        </a:srgbClr>
                      </a:gs>
                      <a:gs pos="45000">
                        <a:srgbClr val="FFFFFF">
                          <a:alpha val="46666"/>
                        </a:srgbClr>
                      </a:gs>
                      <a:gs pos="100000">
                        <a:srgbClr val="0C0A9E">
                          <a:alpha val="4666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1" name="Google Shape;591;p44"/>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F5F8FF">
                          <a:alpha val="46666"/>
                        </a:srgbClr>
                      </a:gs>
                      <a:gs pos="22000">
                        <a:srgbClr val="F5F8FF">
                          <a:alpha val="46666"/>
                        </a:srgbClr>
                      </a:gs>
                      <a:gs pos="45000">
                        <a:srgbClr val="FFFFFF">
                          <a:alpha val="46666"/>
                        </a:srgbClr>
                      </a:gs>
                      <a:gs pos="100000">
                        <a:srgbClr val="0C0A9E">
                          <a:alpha val="4666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2" name="Google Shape;592;p44"/>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93" name="Google Shape;593;p44"/>
              <p:cNvGrpSpPr/>
              <p:nvPr/>
            </p:nvGrpSpPr>
            <p:grpSpPr>
              <a:xfrm>
                <a:off x="584533" y="95963"/>
                <a:ext cx="473483" cy="453403"/>
                <a:chOff x="2038491" y="-937756"/>
                <a:chExt cx="904284" cy="865933"/>
              </a:xfrm>
            </p:grpSpPr>
            <p:grpSp>
              <p:nvGrpSpPr>
                <p:cNvPr id="594" name="Google Shape;594;p44"/>
                <p:cNvGrpSpPr/>
                <p:nvPr/>
              </p:nvGrpSpPr>
              <p:grpSpPr>
                <a:xfrm>
                  <a:off x="2096570" y="-863491"/>
                  <a:ext cx="717622" cy="717393"/>
                  <a:chOff x="1483457" y="3953671"/>
                  <a:chExt cx="717622" cy="717393"/>
                </a:xfrm>
              </p:grpSpPr>
              <p:sp>
                <p:nvSpPr>
                  <p:cNvPr id="595" name="Google Shape;595;p44"/>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F5F8FF">
                          <a:alpha val="46666"/>
                        </a:srgbClr>
                      </a:gs>
                      <a:gs pos="22000">
                        <a:srgbClr val="F5F8FF">
                          <a:alpha val="46666"/>
                        </a:srgbClr>
                      </a:gs>
                      <a:gs pos="45000">
                        <a:srgbClr val="FFFFFF">
                          <a:alpha val="46666"/>
                        </a:srgbClr>
                      </a:gs>
                      <a:gs pos="100000">
                        <a:srgbClr val="0C0A9E">
                          <a:alpha val="4666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6" name="Google Shape;596;p44"/>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F5F8FF">
                          <a:alpha val="46666"/>
                        </a:srgbClr>
                      </a:gs>
                      <a:gs pos="22000">
                        <a:srgbClr val="F5F8FF">
                          <a:alpha val="46666"/>
                        </a:srgbClr>
                      </a:gs>
                      <a:gs pos="45000">
                        <a:srgbClr val="FFFFFF">
                          <a:alpha val="46666"/>
                        </a:srgbClr>
                      </a:gs>
                      <a:gs pos="100000">
                        <a:srgbClr val="0C0A9E">
                          <a:alpha val="4666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7" name="Google Shape;597;p44"/>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F5F8FF">
                          <a:alpha val="46666"/>
                        </a:srgbClr>
                      </a:gs>
                      <a:gs pos="22000">
                        <a:srgbClr val="F5F8FF">
                          <a:alpha val="46666"/>
                        </a:srgbClr>
                      </a:gs>
                      <a:gs pos="45000">
                        <a:srgbClr val="FFFFFF">
                          <a:alpha val="46666"/>
                        </a:srgbClr>
                      </a:gs>
                      <a:gs pos="100000">
                        <a:srgbClr val="0C0A9E">
                          <a:alpha val="4666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8" name="Google Shape;598;p44"/>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F5F8FF">
                          <a:alpha val="46666"/>
                        </a:srgbClr>
                      </a:gs>
                      <a:gs pos="22000">
                        <a:srgbClr val="F5F8FF">
                          <a:alpha val="46666"/>
                        </a:srgbClr>
                      </a:gs>
                      <a:gs pos="45000">
                        <a:srgbClr val="FFFFFF">
                          <a:alpha val="46666"/>
                        </a:srgbClr>
                      </a:gs>
                      <a:gs pos="100000">
                        <a:srgbClr val="0C0A9E">
                          <a:alpha val="4666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9" name="Google Shape;599;p44"/>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F5F8FF">
                          <a:alpha val="46666"/>
                        </a:srgbClr>
                      </a:gs>
                      <a:gs pos="22000">
                        <a:srgbClr val="F5F8FF">
                          <a:alpha val="46666"/>
                        </a:srgbClr>
                      </a:gs>
                      <a:gs pos="45000">
                        <a:srgbClr val="FFFFFF">
                          <a:alpha val="46666"/>
                        </a:srgbClr>
                      </a:gs>
                      <a:gs pos="100000">
                        <a:srgbClr val="0C0A9E">
                          <a:alpha val="4666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00" name="Google Shape;600;p44"/>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01" name="Google Shape;601;p44"/>
              <p:cNvGrpSpPr/>
              <p:nvPr/>
            </p:nvGrpSpPr>
            <p:grpSpPr>
              <a:xfrm>
                <a:off x="530445" y="481913"/>
                <a:ext cx="473483" cy="453403"/>
                <a:chOff x="2038491" y="-937756"/>
                <a:chExt cx="904284" cy="865933"/>
              </a:xfrm>
            </p:grpSpPr>
            <p:grpSp>
              <p:nvGrpSpPr>
                <p:cNvPr id="602" name="Google Shape;602;p44"/>
                <p:cNvGrpSpPr/>
                <p:nvPr/>
              </p:nvGrpSpPr>
              <p:grpSpPr>
                <a:xfrm>
                  <a:off x="2096570" y="-863491"/>
                  <a:ext cx="717622" cy="717393"/>
                  <a:chOff x="1483457" y="3953671"/>
                  <a:chExt cx="717622" cy="717393"/>
                </a:xfrm>
              </p:grpSpPr>
              <p:sp>
                <p:nvSpPr>
                  <p:cNvPr id="603" name="Google Shape;603;p44"/>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F5F8FF">
                          <a:alpha val="46666"/>
                        </a:srgbClr>
                      </a:gs>
                      <a:gs pos="22000">
                        <a:srgbClr val="F5F8FF">
                          <a:alpha val="46666"/>
                        </a:srgbClr>
                      </a:gs>
                      <a:gs pos="45000">
                        <a:srgbClr val="FFFFFF">
                          <a:alpha val="46666"/>
                        </a:srgbClr>
                      </a:gs>
                      <a:gs pos="100000">
                        <a:srgbClr val="0C0A9E">
                          <a:alpha val="4666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4" name="Google Shape;604;p44"/>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F5F8FF">
                          <a:alpha val="46666"/>
                        </a:srgbClr>
                      </a:gs>
                      <a:gs pos="22000">
                        <a:srgbClr val="F5F8FF">
                          <a:alpha val="46666"/>
                        </a:srgbClr>
                      </a:gs>
                      <a:gs pos="45000">
                        <a:srgbClr val="FFFFFF">
                          <a:alpha val="46666"/>
                        </a:srgbClr>
                      </a:gs>
                      <a:gs pos="100000">
                        <a:srgbClr val="0C0A9E">
                          <a:alpha val="4666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5" name="Google Shape;605;p44"/>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F5F8FF">
                          <a:alpha val="46666"/>
                        </a:srgbClr>
                      </a:gs>
                      <a:gs pos="22000">
                        <a:srgbClr val="F5F8FF">
                          <a:alpha val="46666"/>
                        </a:srgbClr>
                      </a:gs>
                      <a:gs pos="45000">
                        <a:srgbClr val="FFFFFF">
                          <a:alpha val="46666"/>
                        </a:srgbClr>
                      </a:gs>
                      <a:gs pos="100000">
                        <a:srgbClr val="0C0A9E">
                          <a:alpha val="4666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6" name="Google Shape;606;p44"/>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F5F8FF">
                          <a:alpha val="46666"/>
                        </a:srgbClr>
                      </a:gs>
                      <a:gs pos="22000">
                        <a:srgbClr val="F5F8FF">
                          <a:alpha val="46666"/>
                        </a:srgbClr>
                      </a:gs>
                      <a:gs pos="45000">
                        <a:srgbClr val="FFFFFF">
                          <a:alpha val="46666"/>
                        </a:srgbClr>
                      </a:gs>
                      <a:gs pos="100000">
                        <a:srgbClr val="0C0A9E">
                          <a:alpha val="4666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7" name="Google Shape;607;p44"/>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F5F8FF">
                          <a:alpha val="46666"/>
                        </a:srgbClr>
                      </a:gs>
                      <a:gs pos="22000">
                        <a:srgbClr val="F5F8FF">
                          <a:alpha val="46666"/>
                        </a:srgbClr>
                      </a:gs>
                      <a:gs pos="45000">
                        <a:srgbClr val="FFFFFF">
                          <a:alpha val="46666"/>
                        </a:srgbClr>
                      </a:gs>
                      <a:gs pos="100000">
                        <a:srgbClr val="0C0A9E">
                          <a:alpha val="4666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08" name="Google Shape;608;p44"/>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09" name="Google Shape;609;p44"/>
              <p:cNvGrpSpPr/>
              <p:nvPr/>
            </p:nvGrpSpPr>
            <p:grpSpPr>
              <a:xfrm>
                <a:off x="874020" y="312788"/>
                <a:ext cx="473483" cy="453403"/>
                <a:chOff x="2038491" y="-937756"/>
                <a:chExt cx="904284" cy="865933"/>
              </a:xfrm>
            </p:grpSpPr>
            <p:grpSp>
              <p:nvGrpSpPr>
                <p:cNvPr id="610" name="Google Shape;610;p44"/>
                <p:cNvGrpSpPr/>
                <p:nvPr/>
              </p:nvGrpSpPr>
              <p:grpSpPr>
                <a:xfrm>
                  <a:off x="2096570" y="-863491"/>
                  <a:ext cx="717622" cy="717393"/>
                  <a:chOff x="1483457" y="3953671"/>
                  <a:chExt cx="717622" cy="717393"/>
                </a:xfrm>
              </p:grpSpPr>
              <p:sp>
                <p:nvSpPr>
                  <p:cNvPr id="611" name="Google Shape;611;p44"/>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F5F8FF">
                          <a:alpha val="46666"/>
                        </a:srgbClr>
                      </a:gs>
                      <a:gs pos="22000">
                        <a:srgbClr val="F5F8FF">
                          <a:alpha val="46666"/>
                        </a:srgbClr>
                      </a:gs>
                      <a:gs pos="45000">
                        <a:srgbClr val="FFFFFF">
                          <a:alpha val="46666"/>
                        </a:srgbClr>
                      </a:gs>
                      <a:gs pos="100000">
                        <a:srgbClr val="0C0A9E">
                          <a:alpha val="4666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2" name="Google Shape;612;p44"/>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F5F8FF">
                          <a:alpha val="46666"/>
                        </a:srgbClr>
                      </a:gs>
                      <a:gs pos="22000">
                        <a:srgbClr val="F5F8FF">
                          <a:alpha val="46666"/>
                        </a:srgbClr>
                      </a:gs>
                      <a:gs pos="45000">
                        <a:srgbClr val="FFFFFF">
                          <a:alpha val="46666"/>
                        </a:srgbClr>
                      </a:gs>
                      <a:gs pos="100000">
                        <a:srgbClr val="0C0A9E">
                          <a:alpha val="4666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3" name="Google Shape;613;p44"/>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F5F8FF">
                          <a:alpha val="46666"/>
                        </a:srgbClr>
                      </a:gs>
                      <a:gs pos="22000">
                        <a:srgbClr val="F5F8FF">
                          <a:alpha val="46666"/>
                        </a:srgbClr>
                      </a:gs>
                      <a:gs pos="45000">
                        <a:srgbClr val="FFFFFF">
                          <a:alpha val="46666"/>
                        </a:srgbClr>
                      </a:gs>
                      <a:gs pos="100000">
                        <a:srgbClr val="0C0A9E">
                          <a:alpha val="4666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4" name="Google Shape;614;p44"/>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F5F8FF">
                          <a:alpha val="46666"/>
                        </a:srgbClr>
                      </a:gs>
                      <a:gs pos="22000">
                        <a:srgbClr val="F5F8FF">
                          <a:alpha val="46666"/>
                        </a:srgbClr>
                      </a:gs>
                      <a:gs pos="45000">
                        <a:srgbClr val="FFFFFF">
                          <a:alpha val="46666"/>
                        </a:srgbClr>
                      </a:gs>
                      <a:gs pos="100000">
                        <a:srgbClr val="0C0A9E">
                          <a:alpha val="4666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5" name="Google Shape;615;p44"/>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F5F8FF">
                          <a:alpha val="46666"/>
                        </a:srgbClr>
                      </a:gs>
                      <a:gs pos="22000">
                        <a:srgbClr val="F5F8FF">
                          <a:alpha val="46666"/>
                        </a:srgbClr>
                      </a:gs>
                      <a:gs pos="45000">
                        <a:srgbClr val="FFFFFF">
                          <a:alpha val="46666"/>
                        </a:srgbClr>
                      </a:gs>
                      <a:gs pos="100000">
                        <a:srgbClr val="0C0A9E">
                          <a:alpha val="4666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16" name="Google Shape;616;p44"/>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617" name="Google Shape;617;p44"/>
            <p:cNvGrpSpPr/>
            <p:nvPr/>
          </p:nvGrpSpPr>
          <p:grpSpPr>
            <a:xfrm rot="-3320950" flipH="1">
              <a:off x="-1885521" y="3185658"/>
              <a:ext cx="4889863" cy="3931229"/>
              <a:chOff x="7103825" y="-713112"/>
              <a:chExt cx="3785226" cy="3043150"/>
            </a:xfrm>
          </p:grpSpPr>
          <p:sp>
            <p:nvSpPr>
              <p:cNvPr id="618" name="Google Shape;618;p44"/>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19" name="Google Shape;619;p44"/>
              <p:cNvPicPr preferRelativeResize="0"/>
              <p:nvPr/>
            </p:nvPicPr>
            <p:blipFill rotWithShape="1">
              <a:blip r:embed="rId2">
                <a:alphaModFix/>
              </a:blip>
              <a:srcRect t="17657" b="17664"/>
              <a:stretch/>
            </p:blipFill>
            <p:spPr>
              <a:xfrm>
                <a:off x="7103825" y="-713112"/>
                <a:ext cx="3785226" cy="2888974"/>
              </a:xfrm>
              <a:prstGeom prst="rect">
                <a:avLst/>
              </a:prstGeom>
              <a:noFill/>
              <a:ln>
                <a:noFill/>
              </a:ln>
            </p:spPr>
          </p:pic>
        </p:grpSp>
        <p:sp>
          <p:nvSpPr>
            <p:cNvPr id="620" name="Google Shape;620;p44"/>
            <p:cNvSpPr/>
            <p:nvPr/>
          </p:nvSpPr>
          <p:spPr>
            <a:xfrm rot="-2700000" flipH="1">
              <a:off x="249333" y="3270782"/>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1" name="Google Shape;621;p44"/>
            <p:cNvGrpSpPr/>
            <p:nvPr/>
          </p:nvGrpSpPr>
          <p:grpSpPr>
            <a:xfrm rot="5400000">
              <a:off x="1987129" y="4230949"/>
              <a:ext cx="88143" cy="1137387"/>
              <a:chOff x="3054755" y="4367024"/>
              <a:chExt cx="88143" cy="1137387"/>
            </a:xfrm>
          </p:grpSpPr>
          <p:sp>
            <p:nvSpPr>
              <p:cNvPr id="622" name="Google Shape;622;p44"/>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srgbClr>
                  </a:gs>
                  <a:gs pos="100000">
                    <a:srgbClr val="FFFFFF">
                      <a:alpha val="46666"/>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3" name="Google Shape;623;p44"/>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rgbClr val="9900FF">
                      <a:alpha val="46666"/>
                    </a:srgbClr>
                  </a:gs>
                  <a:gs pos="100000">
                    <a:srgbClr val="FFFFFF">
                      <a:alpha val="46666"/>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2">
  <p:cSld name="CUSTOM_10_1">
    <p:spTree>
      <p:nvGrpSpPr>
        <p:cNvPr id="1" name="Shape 624"/>
        <p:cNvGrpSpPr/>
        <p:nvPr/>
      </p:nvGrpSpPr>
      <p:grpSpPr>
        <a:xfrm>
          <a:off x="0" y="0"/>
          <a:ext cx="0" cy="0"/>
          <a:chOff x="0" y="0"/>
          <a:chExt cx="0" cy="0"/>
        </a:xfrm>
      </p:grpSpPr>
      <p:sp>
        <p:nvSpPr>
          <p:cNvPr id="625" name="Google Shape;625;p45"/>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a:endParaRPr/>
          </a:p>
        </p:txBody>
      </p:sp>
      <p:grpSp>
        <p:nvGrpSpPr>
          <p:cNvPr id="626" name="Google Shape;626;p45"/>
          <p:cNvGrpSpPr/>
          <p:nvPr/>
        </p:nvGrpSpPr>
        <p:grpSpPr>
          <a:xfrm>
            <a:off x="7810267" y="-622132"/>
            <a:ext cx="2587792" cy="2725915"/>
            <a:chOff x="7810267" y="-622132"/>
            <a:chExt cx="2587792" cy="2725915"/>
          </a:xfrm>
        </p:grpSpPr>
        <p:grpSp>
          <p:nvGrpSpPr>
            <p:cNvPr id="627" name="Google Shape;627;p45"/>
            <p:cNvGrpSpPr/>
            <p:nvPr/>
          </p:nvGrpSpPr>
          <p:grpSpPr>
            <a:xfrm>
              <a:off x="8520988" y="-90875"/>
              <a:ext cx="904666" cy="726121"/>
              <a:chOff x="7945225" y="4302000"/>
              <a:chExt cx="904666" cy="726121"/>
            </a:xfrm>
          </p:grpSpPr>
          <p:sp>
            <p:nvSpPr>
              <p:cNvPr id="628" name="Google Shape;628;p45"/>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9" name="Google Shape;629;p45"/>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0" name="Google Shape;630;p45"/>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31" name="Google Shape;631;p45"/>
            <p:cNvGrpSpPr/>
            <p:nvPr/>
          </p:nvGrpSpPr>
          <p:grpSpPr>
            <a:xfrm>
              <a:off x="8869019" y="-622132"/>
              <a:ext cx="325155" cy="1788670"/>
              <a:chOff x="8869019" y="-622132"/>
              <a:chExt cx="325155" cy="1788670"/>
            </a:xfrm>
          </p:grpSpPr>
          <p:sp>
            <p:nvSpPr>
              <p:cNvPr id="632" name="Google Shape;632;p45"/>
              <p:cNvSpPr/>
              <p:nvPr/>
            </p:nvSpPr>
            <p:spPr>
              <a:xfrm rot="10800000">
                <a:off x="8869019" y="-622132"/>
                <a:ext cx="246869" cy="1703243"/>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1372"/>
                    </a:srgbClr>
                  </a:gs>
                  <a:gs pos="100000">
                    <a:srgbClr val="FFFFFF">
                      <a:alpha val="31372"/>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33" name="Google Shape;633;p45"/>
              <p:cNvGrpSpPr/>
              <p:nvPr/>
            </p:nvGrpSpPr>
            <p:grpSpPr>
              <a:xfrm rot="1800062">
                <a:off x="9035610" y="1007995"/>
                <a:ext cx="134040" cy="134009"/>
                <a:chOff x="1101075" y="2142375"/>
                <a:chExt cx="439200" cy="439100"/>
              </a:xfrm>
            </p:grpSpPr>
            <p:sp>
              <p:nvSpPr>
                <p:cNvPr id="634" name="Google Shape;634;p4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5" name="Google Shape;635;p4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636" name="Google Shape;636;p45"/>
            <p:cNvSpPr/>
            <p:nvPr/>
          </p:nvSpPr>
          <p:spPr>
            <a:xfrm rot="2700000">
              <a:off x="8482428" y="-422541"/>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7" name="Google Shape;637;p45"/>
            <p:cNvSpPr/>
            <p:nvPr/>
          </p:nvSpPr>
          <p:spPr>
            <a:xfrm rot="2700000">
              <a:off x="8744103" y="-213191"/>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38" name="Google Shape;638;p45"/>
          <p:cNvGrpSpPr/>
          <p:nvPr/>
        </p:nvGrpSpPr>
        <p:grpSpPr>
          <a:xfrm>
            <a:off x="8332551" y="-7"/>
            <a:ext cx="2386151" cy="3293872"/>
            <a:chOff x="8256352" y="-7"/>
            <a:chExt cx="2386151" cy="3293872"/>
          </a:xfrm>
        </p:grpSpPr>
        <p:pic>
          <p:nvPicPr>
            <p:cNvPr id="639" name="Google Shape;639;p45"/>
            <p:cNvPicPr preferRelativeResize="0"/>
            <p:nvPr/>
          </p:nvPicPr>
          <p:blipFill rotWithShape="1">
            <a:blip r:embed="rId2">
              <a:alphaModFix/>
            </a:blip>
            <a:srcRect l="16960" t="24719" r="7121" b="26177"/>
            <a:stretch/>
          </p:blipFill>
          <p:spPr>
            <a:xfrm rot="5400000">
              <a:off x="7886227" y="537590"/>
              <a:ext cx="3126400" cy="2386151"/>
            </a:xfrm>
            <a:prstGeom prst="rect">
              <a:avLst/>
            </a:prstGeom>
            <a:noFill/>
            <a:ln>
              <a:noFill/>
            </a:ln>
          </p:spPr>
        </p:pic>
        <p:grpSp>
          <p:nvGrpSpPr>
            <p:cNvPr id="640" name="Google Shape;640;p45"/>
            <p:cNvGrpSpPr/>
            <p:nvPr/>
          </p:nvGrpSpPr>
          <p:grpSpPr>
            <a:xfrm rot="10800000">
              <a:off x="8452443" y="-7"/>
              <a:ext cx="325155" cy="1788670"/>
              <a:chOff x="8869019" y="-622132"/>
              <a:chExt cx="325155" cy="1788670"/>
            </a:xfrm>
          </p:grpSpPr>
          <p:sp>
            <p:nvSpPr>
              <p:cNvPr id="641" name="Google Shape;641;p45"/>
              <p:cNvSpPr/>
              <p:nvPr/>
            </p:nvSpPr>
            <p:spPr>
              <a:xfrm rot="10800000">
                <a:off x="8869019" y="-622132"/>
                <a:ext cx="246869" cy="1703243"/>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EB9109">
                      <a:alpha val="31372"/>
                    </a:srgbClr>
                  </a:gs>
                  <a:gs pos="40000">
                    <a:srgbClr val="FF9900">
                      <a:alpha val="31372"/>
                    </a:srgbClr>
                  </a:gs>
                  <a:gs pos="100000">
                    <a:srgbClr val="FFFFFF">
                      <a:alpha val="31372"/>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42" name="Google Shape;642;p45"/>
              <p:cNvGrpSpPr/>
              <p:nvPr/>
            </p:nvGrpSpPr>
            <p:grpSpPr>
              <a:xfrm rot="1800062">
                <a:off x="9035610" y="1007995"/>
                <a:ext cx="134040" cy="134009"/>
                <a:chOff x="1101075" y="2142375"/>
                <a:chExt cx="439200" cy="439100"/>
              </a:xfrm>
            </p:grpSpPr>
            <p:sp>
              <p:nvSpPr>
                <p:cNvPr id="643" name="Google Shape;643;p4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4" name="Google Shape;644;p4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grpSp>
        <p:nvGrpSpPr>
          <p:cNvPr id="645" name="Google Shape;645;p45"/>
          <p:cNvGrpSpPr/>
          <p:nvPr/>
        </p:nvGrpSpPr>
        <p:grpSpPr>
          <a:xfrm>
            <a:off x="-213525" y="171225"/>
            <a:ext cx="439200" cy="439100"/>
            <a:chOff x="1101075" y="2142375"/>
            <a:chExt cx="439200" cy="439100"/>
          </a:xfrm>
        </p:grpSpPr>
        <p:sp>
          <p:nvSpPr>
            <p:cNvPr id="646" name="Google Shape;646;p4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7" name="Google Shape;647;p4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48" name="Google Shape;648;p45"/>
          <p:cNvGrpSpPr/>
          <p:nvPr/>
        </p:nvGrpSpPr>
        <p:grpSpPr>
          <a:xfrm>
            <a:off x="-1262974" y="3161327"/>
            <a:ext cx="4822591" cy="2934500"/>
            <a:chOff x="-1186774" y="3161328"/>
            <a:chExt cx="4822591" cy="2934500"/>
          </a:xfrm>
        </p:grpSpPr>
        <p:pic>
          <p:nvPicPr>
            <p:cNvPr id="649" name="Google Shape;649;p45"/>
            <p:cNvPicPr preferRelativeResize="0"/>
            <p:nvPr/>
          </p:nvPicPr>
          <p:blipFill rotWithShape="1">
            <a:blip r:embed="rId2">
              <a:alphaModFix/>
            </a:blip>
            <a:srcRect l="16960" t="24719" r="7121" b="26177"/>
            <a:stretch/>
          </p:blipFill>
          <p:spPr>
            <a:xfrm rot="5400000">
              <a:off x="-1534175" y="3508728"/>
              <a:ext cx="2934500" cy="2239699"/>
            </a:xfrm>
            <a:prstGeom prst="rect">
              <a:avLst/>
            </a:prstGeom>
            <a:noFill/>
            <a:ln>
              <a:noFill/>
            </a:ln>
          </p:spPr>
        </p:pic>
        <p:sp>
          <p:nvSpPr>
            <p:cNvPr id="650" name="Google Shape;650;p45"/>
            <p:cNvSpPr/>
            <p:nvPr/>
          </p:nvSpPr>
          <p:spPr>
            <a:xfrm rot="-5400000">
              <a:off x="-184180" y="3596444"/>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51" name="Google Shape;651;p45"/>
            <p:cNvGrpSpPr/>
            <p:nvPr/>
          </p:nvGrpSpPr>
          <p:grpSpPr>
            <a:xfrm>
              <a:off x="58899" y="4608583"/>
              <a:ext cx="604346" cy="657081"/>
              <a:chOff x="58899" y="4608583"/>
              <a:chExt cx="604346" cy="657081"/>
            </a:xfrm>
          </p:grpSpPr>
          <p:grpSp>
            <p:nvGrpSpPr>
              <p:cNvPr id="652" name="Google Shape;652;p45"/>
              <p:cNvGrpSpPr/>
              <p:nvPr/>
            </p:nvGrpSpPr>
            <p:grpSpPr>
              <a:xfrm rot="10800000">
                <a:off x="58899" y="4608583"/>
                <a:ext cx="328346" cy="328531"/>
                <a:chOff x="3678700" y="407275"/>
                <a:chExt cx="708100" cy="708500"/>
              </a:xfrm>
            </p:grpSpPr>
            <p:sp>
              <p:nvSpPr>
                <p:cNvPr id="653" name="Google Shape;653;p45"/>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4" name="Google Shape;654;p45"/>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5" name="Google Shape;655;p45"/>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6" name="Google Shape;656;p45"/>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7" name="Google Shape;657;p45"/>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8" name="Google Shape;658;p45"/>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9" name="Google Shape;659;p45"/>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60" name="Google Shape;660;p45"/>
              <p:cNvGrpSpPr/>
              <p:nvPr/>
            </p:nvGrpSpPr>
            <p:grpSpPr>
              <a:xfrm rot="10800000">
                <a:off x="334899" y="4608583"/>
                <a:ext cx="328346" cy="328531"/>
                <a:chOff x="3678700" y="407275"/>
                <a:chExt cx="708100" cy="708500"/>
              </a:xfrm>
            </p:grpSpPr>
            <p:sp>
              <p:nvSpPr>
                <p:cNvPr id="661" name="Google Shape;661;p45"/>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46666"/>
                      </a:srgbClr>
                    </a:gs>
                    <a:gs pos="100000">
                      <a:srgbClr val="FFFFFF">
                        <a:alpha val="46666"/>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2" name="Google Shape;662;p45"/>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46666"/>
                      </a:srgbClr>
                    </a:gs>
                    <a:gs pos="100000">
                      <a:srgbClr val="FFFFFF">
                        <a:alpha val="46666"/>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3" name="Google Shape;663;p45"/>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46666"/>
                      </a:srgbClr>
                    </a:gs>
                    <a:gs pos="100000">
                      <a:srgbClr val="FFFFFF">
                        <a:alpha val="46666"/>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4" name="Google Shape;664;p45"/>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46666"/>
                      </a:srgbClr>
                    </a:gs>
                    <a:gs pos="100000">
                      <a:srgbClr val="FFFFFF">
                        <a:alpha val="46666"/>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5" name="Google Shape;665;p45"/>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46666"/>
                      </a:srgbClr>
                    </a:gs>
                    <a:gs pos="100000">
                      <a:srgbClr val="FFFFFF">
                        <a:alpha val="46666"/>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6" name="Google Shape;666;p45"/>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46666"/>
                      </a:srgbClr>
                    </a:gs>
                    <a:gs pos="100000">
                      <a:srgbClr val="FFFFFF">
                        <a:alpha val="46666"/>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7" name="Google Shape;667;p45"/>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46666"/>
                      </a:srgbClr>
                    </a:gs>
                    <a:gs pos="100000">
                      <a:srgbClr val="FFFFFF">
                        <a:alpha val="46666"/>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68" name="Google Shape;668;p45"/>
              <p:cNvGrpSpPr/>
              <p:nvPr/>
            </p:nvGrpSpPr>
            <p:grpSpPr>
              <a:xfrm rot="10800000">
                <a:off x="282574" y="4937133"/>
                <a:ext cx="328346" cy="328531"/>
                <a:chOff x="3678700" y="407275"/>
                <a:chExt cx="708100" cy="708500"/>
              </a:xfrm>
            </p:grpSpPr>
            <p:sp>
              <p:nvSpPr>
                <p:cNvPr id="669" name="Google Shape;669;p45"/>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46666"/>
                      </a:srgbClr>
                    </a:gs>
                    <a:gs pos="100000">
                      <a:srgbClr val="FFFFFF">
                        <a:alpha val="46666"/>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0" name="Google Shape;670;p45"/>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46666"/>
                      </a:srgbClr>
                    </a:gs>
                    <a:gs pos="100000">
                      <a:srgbClr val="FFFFFF">
                        <a:alpha val="46666"/>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1" name="Google Shape;671;p45"/>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46666"/>
                      </a:srgbClr>
                    </a:gs>
                    <a:gs pos="100000">
                      <a:srgbClr val="FFFFFF">
                        <a:alpha val="46666"/>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2" name="Google Shape;672;p45"/>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46666"/>
                      </a:srgbClr>
                    </a:gs>
                    <a:gs pos="100000">
                      <a:srgbClr val="FFFFFF">
                        <a:alpha val="46666"/>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3" name="Google Shape;673;p45"/>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46666"/>
                      </a:srgbClr>
                    </a:gs>
                    <a:gs pos="100000">
                      <a:srgbClr val="FFFFFF">
                        <a:alpha val="46666"/>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4" name="Google Shape;674;p45"/>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46666"/>
                      </a:srgbClr>
                    </a:gs>
                    <a:gs pos="100000">
                      <a:srgbClr val="FFFFFF">
                        <a:alpha val="46666"/>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5" name="Google Shape;675;p45"/>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46666"/>
                      </a:srgbClr>
                    </a:gs>
                    <a:gs pos="100000">
                      <a:srgbClr val="FFFFFF">
                        <a:alpha val="46666"/>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676" name="Google Shape;676;p45"/>
            <p:cNvGrpSpPr/>
            <p:nvPr/>
          </p:nvGrpSpPr>
          <p:grpSpPr>
            <a:xfrm>
              <a:off x="-923150" y="4796551"/>
              <a:ext cx="4558967" cy="134100"/>
              <a:chOff x="796100" y="3019701"/>
              <a:chExt cx="4558967" cy="134100"/>
            </a:xfrm>
          </p:grpSpPr>
          <p:sp>
            <p:nvSpPr>
              <p:cNvPr id="677" name="Google Shape;677;p45"/>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78" name="Google Shape;678;p45"/>
              <p:cNvCxnSpPr/>
              <p:nvPr/>
            </p:nvCxnSpPr>
            <p:spPr>
              <a:xfrm>
                <a:off x="796100" y="3086750"/>
                <a:ext cx="4462800" cy="0"/>
              </a:xfrm>
              <a:prstGeom prst="straightConnector1">
                <a:avLst/>
              </a:prstGeom>
              <a:noFill/>
              <a:ln w="9525" cap="flat" cmpd="sng">
                <a:solidFill>
                  <a:schemeClr val="dk2"/>
                </a:solidFill>
                <a:prstDash val="solid"/>
                <a:round/>
                <a:headEnd type="none" w="sm" len="sm"/>
                <a:tailEnd type="none" w="sm" len="sm"/>
              </a:ln>
            </p:spPr>
          </p:cxnSp>
          <p:sp>
            <p:nvSpPr>
              <p:cNvPr id="679" name="Google Shape;679;p45"/>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4">
  <p:cSld name="CUSTOM_10_1_1_1">
    <p:spTree>
      <p:nvGrpSpPr>
        <p:cNvPr id="1" name="Shape 680"/>
        <p:cNvGrpSpPr/>
        <p:nvPr/>
      </p:nvGrpSpPr>
      <p:grpSpPr>
        <a:xfrm>
          <a:off x="0" y="0"/>
          <a:ext cx="0" cy="0"/>
          <a:chOff x="0" y="0"/>
          <a:chExt cx="0" cy="0"/>
        </a:xfrm>
      </p:grpSpPr>
      <p:grpSp>
        <p:nvGrpSpPr>
          <p:cNvPr id="681" name="Google Shape;681;p46"/>
          <p:cNvGrpSpPr/>
          <p:nvPr/>
        </p:nvGrpSpPr>
        <p:grpSpPr>
          <a:xfrm>
            <a:off x="5404975" y="2221118"/>
            <a:ext cx="4263000" cy="3617400"/>
            <a:chOff x="5328775" y="2221118"/>
            <a:chExt cx="4263000" cy="3617400"/>
          </a:xfrm>
        </p:grpSpPr>
        <p:sp>
          <p:nvSpPr>
            <p:cNvPr id="682" name="Google Shape;682;p46"/>
            <p:cNvSpPr/>
            <p:nvPr/>
          </p:nvSpPr>
          <p:spPr>
            <a:xfrm>
              <a:off x="5328775" y="2221118"/>
              <a:ext cx="4263000" cy="3617400"/>
            </a:xfrm>
            <a:prstGeom prst="ellipse">
              <a:avLst/>
            </a:pr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83" name="Google Shape;683;p46"/>
            <p:cNvGrpSpPr/>
            <p:nvPr/>
          </p:nvGrpSpPr>
          <p:grpSpPr>
            <a:xfrm>
              <a:off x="7218100" y="4855088"/>
              <a:ext cx="931125" cy="525762"/>
              <a:chOff x="7218100" y="4855088"/>
              <a:chExt cx="931125" cy="525762"/>
            </a:xfrm>
          </p:grpSpPr>
          <p:grpSp>
            <p:nvGrpSpPr>
              <p:cNvPr id="684" name="Google Shape;684;p46"/>
              <p:cNvGrpSpPr/>
              <p:nvPr/>
            </p:nvGrpSpPr>
            <p:grpSpPr>
              <a:xfrm>
                <a:off x="7710025" y="4941750"/>
                <a:ext cx="439200" cy="439100"/>
                <a:chOff x="1101075" y="2142375"/>
                <a:chExt cx="439200" cy="439100"/>
              </a:xfrm>
            </p:grpSpPr>
            <p:sp>
              <p:nvSpPr>
                <p:cNvPr id="685" name="Google Shape;685;p4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6" name="Google Shape;686;p4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87" name="Google Shape;687;p46"/>
              <p:cNvGrpSpPr/>
              <p:nvPr/>
            </p:nvGrpSpPr>
            <p:grpSpPr>
              <a:xfrm>
                <a:off x="7218100" y="4855088"/>
                <a:ext cx="439200" cy="439100"/>
                <a:chOff x="1101075" y="2142375"/>
                <a:chExt cx="439200" cy="439100"/>
              </a:xfrm>
            </p:grpSpPr>
            <p:sp>
              <p:nvSpPr>
                <p:cNvPr id="688" name="Google Shape;688;p4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9" name="Google Shape;689;p4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sp>
        <p:nvSpPr>
          <p:cNvPr id="690" name="Google Shape;690;p46"/>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a:endParaRPr/>
          </a:p>
        </p:txBody>
      </p:sp>
      <p:grpSp>
        <p:nvGrpSpPr>
          <p:cNvPr id="691" name="Google Shape;691;p46"/>
          <p:cNvGrpSpPr/>
          <p:nvPr/>
        </p:nvGrpSpPr>
        <p:grpSpPr>
          <a:xfrm>
            <a:off x="-2175000" y="3012192"/>
            <a:ext cx="3701086" cy="3345171"/>
            <a:chOff x="-1886500" y="2599117"/>
            <a:chExt cx="3701086" cy="3345171"/>
          </a:xfrm>
        </p:grpSpPr>
        <p:pic>
          <p:nvPicPr>
            <p:cNvPr id="692" name="Google Shape;692;p46"/>
            <p:cNvPicPr preferRelativeResize="0"/>
            <p:nvPr/>
          </p:nvPicPr>
          <p:blipFill rotWithShape="1">
            <a:blip r:embed="rId2">
              <a:alphaModFix/>
            </a:blip>
            <a:srcRect l="16960" t="24719" r="7121" b="26177"/>
            <a:stretch/>
          </p:blipFill>
          <p:spPr>
            <a:xfrm rot="10800000">
              <a:off x="-1886500" y="3119537"/>
              <a:ext cx="3701086" cy="2824751"/>
            </a:xfrm>
            <a:prstGeom prst="rect">
              <a:avLst/>
            </a:prstGeom>
            <a:noFill/>
            <a:ln>
              <a:noFill/>
            </a:ln>
          </p:spPr>
        </p:pic>
        <p:sp>
          <p:nvSpPr>
            <p:cNvPr id="693" name="Google Shape;693;p46"/>
            <p:cNvSpPr/>
            <p:nvPr/>
          </p:nvSpPr>
          <p:spPr>
            <a:xfrm rot="10800000">
              <a:off x="-402274" y="2599117"/>
              <a:ext cx="1201697" cy="2824744"/>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4" name="Google Shape;694;p46"/>
            <p:cNvSpPr/>
            <p:nvPr/>
          </p:nvSpPr>
          <p:spPr>
            <a:xfrm rot="10800000">
              <a:off x="-207237" y="2599870"/>
              <a:ext cx="1201697" cy="2824744"/>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95" name="Google Shape;695;p46"/>
            <p:cNvGrpSpPr/>
            <p:nvPr/>
          </p:nvGrpSpPr>
          <p:grpSpPr>
            <a:xfrm rot="10800000">
              <a:off x="-37979" y="5013439"/>
              <a:ext cx="134004" cy="134004"/>
              <a:chOff x="8356813" y="1074288"/>
              <a:chExt cx="351900" cy="351900"/>
            </a:xfrm>
          </p:grpSpPr>
          <p:sp>
            <p:nvSpPr>
              <p:cNvPr id="696" name="Google Shape;696;p46"/>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7" name="Google Shape;697;p46"/>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98" name="Google Shape;698;p46"/>
            <p:cNvGrpSpPr/>
            <p:nvPr/>
          </p:nvGrpSpPr>
          <p:grpSpPr>
            <a:xfrm rot="10800000">
              <a:off x="447446" y="4173589"/>
              <a:ext cx="134004" cy="134004"/>
              <a:chOff x="8356813" y="1074288"/>
              <a:chExt cx="351900" cy="351900"/>
            </a:xfrm>
          </p:grpSpPr>
          <p:sp>
            <p:nvSpPr>
              <p:cNvPr id="699" name="Google Shape;699;p46"/>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0" name="Google Shape;700;p46"/>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01" name="Google Shape;701;p46"/>
            <p:cNvGrpSpPr/>
            <p:nvPr/>
          </p:nvGrpSpPr>
          <p:grpSpPr>
            <a:xfrm rot="10800000">
              <a:off x="539621" y="2985514"/>
              <a:ext cx="134004" cy="134004"/>
              <a:chOff x="8356813" y="1074288"/>
              <a:chExt cx="351900" cy="351900"/>
            </a:xfrm>
          </p:grpSpPr>
          <p:sp>
            <p:nvSpPr>
              <p:cNvPr id="702" name="Google Shape;702;p46"/>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3" name="Google Shape;703;p46"/>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704" name="Google Shape;704;p46"/>
          <p:cNvGrpSpPr/>
          <p:nvPr/>
        </p:nvGrpSpPr>
        <p:grpSpPr>
          <a:xfrm>
            <a:off x="5928900" y="-249669"/>
            <a:ext cx="5688165" cy="3493826"/>
            <a:chOff x="5852700" y="-249669"/>
            <a:chExt cx="5688165" cy="3493826"/>
          </a:xfrm>
        </p:grpSpPr>
        <p:grpSp>
          <p:nvGrpSpPr>
            <p:cNvPr id="705" name="Google Shape;705;p46"/>
            <p:cNvGrpSpPr/>
            <p:nvPr/>
          </p:nvGrpSpPr>
          <p:grpSpPr>
            <a:xfrm>
              <a:off x="8783705" y="1899359"/>
              <a:ext cx="402160" cy="1344798"/>
              <a:chOff x="8668555" y="1976884"/>
              <a:chExt cx="402160" cy="1344798"/>
            </a:xfrm>
          </p:grpSpPr>
          <p:sp>
            <p:nvSpPr>
              <p:cNvPr id="706" name="Google Shape;706;p46"/>
              <p:cNvSpPr/>
              <p:nvPr/>
            </p:nvSpPr>
            <p:spPr>
              <a:xfrm flipH="1">
                <a:off x="8823846" y="2094964"/>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9900FF">
                      <a:alpha val="46666"/>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7" name="Google Shape;707;p46"/>
              <p:cNvSpPr/>
              <p:nvPr/>
            </p:nvSpPr>
            <p:spPr>
              <a:xfrm flipH="1">
                <a:off x="8668555" y="19768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08" name="Google Shape;708;p46"/>
            <p:cNvGrpSpPr/>
            <p:nvPr/>
          </p:nvGrpSpPr>
          <p:grpSpPr>
            <a:xfrm>
              <a:off x="8598675" y="1421188"/>
              <a:ext cx="904666" cy="726121"/>
              <a:chOff x="7945225" y="4302000"/>
              <a:chExt cx="904666" cy="726121"/>
            </a:xfrm>
          </p:grpSpPr>
          <p:sp>
            <p:nvSpPr>
              <p:cNvPr id="709" name="Google Shape;709;p46"/>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0" name="Google Shape;710;p46"/>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1" name="Google Shape;711;p46"/>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12" name="Google Shape;712;p46"/>
            <p:cNvGrpSpPr/>
            <p:nvPr/>
          </p:nvGrpSpPr>
          <p:grpSpPr>
            <a:xfrm rot="10800000" flipH="1">
              <a:off x="7579757" y="-249669"/>
              <a:ext cx="2601921" cy="2438356"/>
              <a:chOff x="7340129" y="2866613"/>
              <a:chExt cx="2439225" cy="2438356"/>
            </a:xfrm>
          </p:grpSpPr>
          <p:sp>
            <p:nvSpPr>
              <p:cNvPr id="713" name="Google Shape;713;p46"/>
              <p:cNvSpPr/>
              <p:nvPr/>
            </p:nvSpPr>
            <p:spPr>
              <a:xfrm rot="2700000" flipH="1">
                <a:off x="8012290" y="2875755"/>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4" name="Google Shape;714;p46"/>
              <p:cNvSpPr/>
              <p:nvPr/>
            </p:nvSpPr>
            <p:spPr>
              <a:xfrm rot="2700000" flipH="1">
                <a:off x="8125398" y="2987994"/>
                <a:ext cx="981794" cy="230783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15" name="Google Shape;715;p46"/>
            <p:cNvSpPr/>
            <p:nvPr/>
          </p:nvSpPr>
          <p:spPr>
            <a:xfrm rot="5400000" flipH="1">
              <a:off x="6551329" y="-896010"/>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16" name="Google Shape;716;p46"/>
            <p:cNvGrpSpPr/>
            <p:nvPr/>
          </p:nvGrpSpPr>
          <p:grpSpPr>
            <a:xfrm>
              <a:off x="6917731" y="246011"/>
              <a:ext cx="4623134" cy="134070"/>
              <a:chOff x="6917731" y="246011"/>
              <a:chExt cx="4623134" cy="134070"/>
            </a:xfrm>
          </p:grpSpPr>
          <p:sp>
            <p:nvSpPr>
              <p:cNvPr id="717" name="Google Shape;717;p46"/>
              <p:cNvSpPr/>
              <p:nvPr/>
            </p:nvSpPr>
            <p:spPr>
              <a:xfrm flipH="1">
                <a:off x="6917731" y="246011"/>
                <a:ext cx="134070" cy="13407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8" name="Google Shape;718;p46"/>
              <p:cNvSpPr/>
              <p:nvPr/>
            </p:nvSpPr>
            <p:spPr>
              <a:xfrm flipH="1">
                <a:off x="6947845" y="276153"/>
                <a:ext cx="73844" cy="73844"/>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719" name="Google Shape;719;p46"/>
              <p:cNvCxnSpPr/>
              <p:nvPr/>
            </p:nvCxnSpPr>
            <p:spPr>
              <a:xfrm rot="10800000">
                <a:off x="7013865" y="313050"/>
                <a:ext cx="4527000" cy="0"/>
              </a:xfrm>
              <a:prstGeom prst="straightConnector1">
                <a:avLst/>
              </a:prstGeom>
              <a:noFill/>
              <a:ln w="9525" cap="flat" cmpd="sng">
                <a:solidFill>
                  <a:schemeClr val="dk2"/>
                </a:solidFill>
                <a:prstDash val="solid"/>
                <a:round/>
                <a:headEnd type="none" w="sm" len="sm"/>
                <a:tailEnd type="none" w="sm" len="sm"/>
              </a:ln>
            </p:spPr>
          </p:cxn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720"/>
        <p:cNvGrpSpPr/>
        <p:nvPr/>
      </p:nvGrpSpPr>
      <p:grpSpPr>
        <a:xfrm>
          <a:off x="0" y="0"/>
          <a:ext cx="0" cy="0"/>
          <a:chOff x="0" y="0"/>
          <a:chExt cx="0" cy="0"/>
        </a:xfrm>
      </p:grpSpPr>
      <p:sp>
        <p:nvSpPr>
          <p:cNvPr id="721" name="Google Shape;721;p47"/>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722" name="Google Shape;722;p47"/>
          <p:cNvSpPr txBox="1">
            <a:spLocks noGrp="1"/>
          </p:cNvSpPr>
          <p:nvPr>
            <p:ph type="subTitle" idx="1"/>
          </p:nvPr>
        </p:nvSpPr>
        <p:spPr>
          <a:xfrm>
            <a:off x="713225" y="2041525"/>
            <a:ext cx="5578500" cy="6066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2800"/>
              <a:buNone/>
              <a:defRPr sz="1400" b="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723" name="Google Shape;723;p47"/>
          <p:cNvSpPr txBox="1">
            <a:spLocks noGrp="1"/>
          </p:cNvSpPr>
          <p:nvPr>
            <p:ph type="subTitle" idx="2"/>
          </p:nvPr>
        </p:nvSpPr>
        <p:spPr>
          <a:xfrm>
            <a:off x="713225" y="3366650"/>
            <a:ext cx="5578500" cy="6426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2800"/>
              <a:buNone/>
              <a:defRPr sz="1400" b="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724" name="Google Shape;724;p47"/>
          <p:cNvSpPr txBox="1">
            <a:spLocks noGrp="1"/>
          </p:cNvSpPr>
          <p:nvPr>
            <p:ph type="subTitle" idx="3"/>
          </p:nvPr>
        </p:nvSpPr>
        <p:spPr>
          <a:xfrm>
            <a:off x="713225" y="1679400"/>
            <a:ext cx="5578500" cy="4023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20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725" name="Google Shape;725;p47"/>
          <p:cNvSpPr txBox="1">
            <a:spLocks noGrp="1"/>
          </p:cNvSpPr>
          <p:nvPr>
            <p:ph type="subTitle" idx="4"/>
          </p:nvPr>
        </p:nvSpPr>
        <p:spPr>
          <a:xfrm>
            <a:off x="713225" y="3040550"/>
            <a:ext cx="5578500" cy="4023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IBM Plex Mono"/>
              <a:buNone/>
              <a:defRPr sz="20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726" name="Google Shape;726;p47"/>
          <p:cNvGrpSpPr/>
          <p:nvPr/>
        </p:nvGrpSpPr>
        <p:grpSpPr>
          <a:xfrm rot="-5400000" flipH="1">
            <a:off x="6239120" y="1032768"/>
            <a:ext cx="5022035" cy="4764449"/>
            <a:chOff x="4571994" y="2268219"/>
            <a:chExt cx="5022035" cy="4764449"/>
          </a:xfrm>
        </p:grpSpPr>
        <p:pic>
          <p:nvPicPr>
            <p:cNvPr id="727" name="Google Shape;727;p47"/>
            <p:cNvPicPr preferRelativeResize="0"/>
            <p:nvPr/>
          </p:nvPicPr>
          <p:blipFill rotWithShape="1">
            <a:blip r:embed="rId2">
              <a:alphaModFix/>
            </a:blip>
            <a:srcRect l="16960" t="24719" r="7121" b="26177"/>
            <a:stretch/>
          </p:blipFill>
          <p:spPr>
            <a:xfrm flipH="1">
              <a:off x="5978271" y="3376950"/>
              <a:ext cx="3615750" cy="2759625"/>
            </a:xfrm>
            <a:prstGeom prst="rect">
              <a:avLst/>
            </a:prstGeom>
            <a:noFill/>
            <a:ln>
              <a:noFill/>
            </a:ln>
          </p:spPr>
        </p:pic>
        <p:grpSp>
          <p:nvGrpSpPr>
            <p:cNvPr id="728" name="Google Shape;728;p47"/>
            <p:cNvGrpSpPr/>
            <p:nvPr/>
          </p:nvGrpSpPr>
          <p:grpSpPr>
            <a:xfrm rot="10800000">
              <a:off x="4571994" y="2268219"/>
              <a:ext cx="5022035" cy="4764449"/>
              <a:chOff x="-494405" y="-1584825"/>
              <a:chExt cx="4397193" cy="4171657"/>
            </a:xfrm>
          </p:grpSpPr>
          <p:grpSp>
            <p:nvGrpSpPr>
              <p:cNvPr id="729" name="Google Shape;729;p47"/>
              <p:cNvGrpSpPr/>
              <p:nvPr/>
            </p:nvGrpSpPr>
            <p:grpSpPr>
              <a:xfrm>
                <a:off x="245875" y="-51824"/>
                <a:ext cx="208200" cy="1824700"/>
                <a:chOff x="1040050" y="3812126"/>
                <a:chExt cx="208200" cy="1824700"/>
              </a:xfrm>
            </p:grpSpPr>
            <p:sp>
              <p:nvSpPr>
                <p:cNvPr id="730" name="Google Shape;730;p47"/>
                <p:cNvSpPr/>
                <p:nvPr/>
              </p:nvSpPr>
              <p:spPr>
                <a:xfrm>
                  <a:off x="1040050" y="3812126"/>
                  <a:ext cx="12550" cy="1824700"/>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srgbClr>
                    </a:gs>
                    <a:gs pos="100000">
                      <a:srgbClr val="FFFFFF">
                        <a:alpha val="46666"/>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1" name="Google Shape;731;p47"/>
                <p:cNvSpPr/>
                <p:nvPr/>
              </p:nvSpPr>
              <p:spPr>
                <a:xfrm>
                  <a:off x="1235741" y="3812126"/>
                  <a:ext cx="12509" cy="1824700"/>
                </a:xfrm>
                <a:custGeom>
                  <a:avLst/>
                  <a:gdLst/>
                  <a:ahLst/>
                  <a:cxnLst/>
                  <a:rect l="l" t="t" r="r" b="b"/>
                  <a:pathLst>
                    <a:path w="305" h="27731" extrusionOk="0">
                      <a:moveTo>
                        <a:pt x="0" y="1"/>
                      </a:moveTo>
                      <a:lnTo>
                        <a:pt x="0" y="27730"/>
                      </a:lnTo>
                      <a:lnTo>
                        <a:pt x="305" y="27730"/>
                      </a:lnTo>
                      <a:lnTo>
                        <a:pt x="305"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32" name="Google Shape;732;p47"/>
              <p:cNvGrpSpPr/>
              <p:nvPr/>
            </p:nvGrpSpPr>
            <p:grpSpPr>
              <a:xfrm rot="-8100000">
                <a:off x="540898" y="-1172741"/>
                <a:ext cx="2552124" cy="3347490"/>
                <a:chOff x="2976325" y="908175"/>
                <a:chExt cx="4028179" cy="5283555"/>
              </a:xfrm>
            </p:grpSpPr>
            <p:sp>
              <p:nvSpPr>
                <p:cNvPr id="733" name="Google Shape;733;p47"/>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4" name="Google Shape;734;p47"/>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5" name="Google Shape;735;p47"/>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36" name="Google Shape;736;p47"/>
              <p:cNvGrpSpPr/>
              <p:nvPr/>
            </p:nvGrpSpPr>
            <p:grpSpPr>
              <a:xfrm>
                <a:off x="-1" y="621223"/>
                <a:ext cx="699940" cy="478601"/>
                <a:chOff x="39723" y="4349021"/>
                <a:chExt cx="1061964" cy="726143"/>
              </a:xfrm>
            </p:grpSpPr>
            <p:grpSp>
              <p:nvGrpSpPr>
                <p:cNvPr id="737" name="Google Shape;737;p47"/>
                <p:cNvGrpSpPr/>
                <p:nvPr/>
              </p:nvGrpSpPr>
              <p:grpSpPr>
                <a:xfrm rot="2700000">
                  <a:off x="140502" y="4460924"/>
                  <a:ext cx="524584" cy="502337"/>
                  <a:chOff x="1189791" y="-1767331"/>
                  <a:chExt cx="904284" cy="865933"/>
                </a:xfrm>
              </p:grpSpPr>
              <p:sp>
                <p:nvSpPr>
                  <p:cNvPr id="738" name="Google Shape;738;p47"/>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39" name="Google Shape;739;p47"/>
                  <p:cNvGrpSpPr/>
                  <p:nvPr/>
                </p:nvGrpSpPr>
                <p:grpSpPr>
                  <a:xfrm>
                    <a:off x="1232795" y="-1740829"/>
                    <a:ext cx="717622" cy="717393"/>
                    <a:chOff x="1483457" y="3953671"/>
                    <a:chExt cx="717622" cy="717393"/>
                  </a:xfrm>
                </p:grpSpPr>
                <p:sp>
                  <p:nvSpPr>
                    <p:cNvPr id="740" name="Google Shape;740;p47"/>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1" name="Google Shape;741;p47"/>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2" name="Google Shape;742;p47"/>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3" name="Google Shape;743;p47"/>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4" name="Google Shape;744;p47"/>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745" name="Google Shape;745;p47"/>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46" name="Google Shape;746;p47"/>
              <p:cNvGrpSpPr/>
              <p:nvPr/>
            </p:nvGrpSpPr>
            <p:grpSpPr>
              <a:xfrm>
                <a:off x="955673" y="11"/>
                <a:ext cx="592576" cy="405260"/>
                <a:chOff x="39723" y="4349021"/>
                <a:chExt cx="1061964" cy="726143"/>
              </a:xfrm>
            </p:grpSpPr>
            <p:grpSp>
              <p:nvGrpSpPr>
                <p:cNvPr id="747" name="Google Shape;747;p47"/>
                <p:cNvGrpSpPr/>
                <p:nvPr/>
              </p:nvGrpSpPr>
              <p:grpSpPr>
                <a:xfrm rot="2700000">
                  <a:off x="140502" y="4460924"/>
                  <a:ext cx="524584" cy="502337"/>
                  <a:chOff x="1189791" y="-1767331"/>
                  <a:chExt cx="904284" cy="865933"/>
                </a:xfrm>
              </p:grpSpPr>
              <p:sp>
                <p:nvSpPr>
                  <p:cNvPr id="748" name="Google Shape;748;p47"/>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49" name="Google Shape;749;p47"/>
                  <p:cNvGrpSpPr/>
                  <p:nvPr/>
                </p:nvGrpSpPr>
                <p:grpSpPr>
                  <a:xfrm>
                    <a:off x="1232795" y="-1740829"/>
                    <a:ext cx="717622" cy="717393"/>
                    <a:chOff x="1483457" y="3953671"/>
                    <a:chExt cx="717622" cy="717393"/>
                  </a:xfrm>
                </p:grpSpPr>
                <p:sp>
                  <p:nvSpPr>
                    <p:cNvPr id="750" name="Google Shape;750;p47"/>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1" name="Google Shape;751;p47"/>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2" name="Google Shape;752;p47"/>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3" name="Google Shape;753;p47"/>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4" name="Google Shape;754;p47"/>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755" name="Google Shape;755;p47"/>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56" name="Google Shape;756;p47"/>
              <p:cNvGrpSpPr/>
              <p:nvPr/>
            </p:nvGrpSpPr>
            <p:grpSpPr>
              <a:xfrm>
                <a:off x="441574" y="-36652"/>
                <a:ext cx="699940" cy="478601"/>
                <a:chOff x="39723" y="4349021"/>
                <a:chExt cx="1061964" cy="726143"/>
              </a:xfrm>
            </p:grpSpPr>
            <p:grpSp>
              <p:nvGrpSpPr>
                <p:cNvPr id="757" name="Google Shape;757;p47"/>
                <p:cNvGrpSpPr/>
                <p:nvPr/>
              </p:nvGrpSpPr>
              <p:grpSpPr>
                <a:xfrm rot="2700000">
                  <a:off x="140502" y="4460924"/>
                  <a:ext cx="524584" cy="502337"/>
                  <a:chOff x="1189791" y="-1767331"/>
                  <a:chExt cx="904284" cy="865933"/>
                </a:xfrm>
              </p:grpSpPr>
              <p:sp>
                <p:nvSpPr>
                  <p:cNvPr id="758" name="Google Shape;758;p47"/>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59" name="Google Shape;759;p47"/>
                  <p:cNvGrpSpPr/>
                  <p:nvPr/>
                </p:nvGrpSpPr>
                <p:grpSpPr>
                  <a:xfrm>
                    <a:off x="1232795" y="-1740829"/>
                    <a:ext cx="717622" cy="717393"/>
                    <a:chOff x="1483457" y="3953671"/>
                    <a:chExt cx="717622" cy="717393"/>
                  </a:xfrm>
                </p:grpSpPr>
                <p:sp>
                  <p:nvSpPr>
                    <p:cNvPr id="760" name="Google Shape;760;p47"/>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1" name="Google Shape;761;p47"/>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2" name="Google Shape;762;p47"/>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3" name="Google Shape;763;p47"/>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4" name="Google Shape;764;p47"/>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765" name="Google Shape;765;p47"/>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66" name="Google Shape;766;p47"/>
              <p:cNvGrpSpPr/>
              <p:nvPr/>
            </p:nvGrpSpPr>
            <p:grpSpPr>
              <a:xfrm>
                <a:off x="-494405" y="-252396"/>
                <a:ext cx="1741563" cy="1288563"/>
                <a:chOff x="-494405" y="-252396"/>
                <a:chExt cx="1741563" cy="1288563"/>
              </a:xfrm>
            </p:grpSpPr>
            <p:sp>
              <p:nvSpPr>
                <p:cNvPr id="767" name="Google Shape;767;p47"/>
                <p:cNvSpPr/>
                <p:nvPr/>
              </p:nvSpPr>
              <p:spPr>
                <a:xfrm rot="2700000">
                  <a:off x="137431"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8" name="Google Shape;768;p47"/>
                <p:cNvSpPr/>
                <p:nvPr/>
              </p:nvSpPr>
              <p:spPr>
                <a:xfrm rot="2700000">
                  <a:off x="-315569"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769" name="Google Shape;769;p47"/>
            <p:cNvGrpSpPr/>
            <p:nvPr/>
          </p:nvGrpSpPr>
          <p:grpSpPr>
            <a:xfrm>
              <a:off x="5643425" y="4968525"/>
              <a:ext cx="439200" cy="439100"/>
              <a:chOff x="1101075" y="2142375"/>
              <a:chExt cx="439200" cy="439100"/>
            </a:xfrm>
          </p:grpSpPr>
          <p:sp>
            <p:nvSpPr>
              <p:cNvPr id="770" name="Google Shape;770;p47"/>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1" name="Google Shape;771;p47"/>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pic>
        <p:nvPicPr>
          <p:cNvPr id="772" name="Google Shape;772;p47"/>
          <p:cNvPicPr preferRelativeResize="0"/>
          <p:nvPr/>
        </p:nvPicPr>
        <p:blipFill rotWithShape="1">
          <a:blip r:embed="rId2">
            <a:alphaModFix/>
          </a:blip>
          <a:srcRect l="16960" t="24719" r="7121" b="26177"/>
          <a:stretch/>
        </p:blipFill>
        <p:spPr>
          <a:xfrm rot="5400000">
            <a:off x="-1432850" y="882950"/>
            <a:ext cx="2441950" cy="1863749"/>
          </a:xfrm>
          <a:prstGeom prst="rect">
            <a:avLst/>
          </a:prstGeom>
          <a:noFill/>
          <a:ln>
            <a:noFill/>
          </a:ln>
        </p:spPr>
      </p:pic>
      <p:grpSp>
        <p:nvGrpSpPr>
          <p:cNvPr id="773" name="Google Shape;773;p47"/>
          <p:cNvGrpSpPr/>
          <p:nvPr/>
        </p:nvGrpSpPr>
        <p:grpSpPr>
          <a:xfrm rot="10800000">
            <a:off x="6045700" y="237976"/>
            <a:ext cx="4558967" cy="134100"/>
            <a:chOff x="796100" y="3019701"/>
            <a:chExt cx="4558967" cy="134100"/>
          </a:xfrm>
        </p:grpSpPr>
        <p:sp>
          <p:nvSpPr>
            <p:cNvPr id="774" name="Google Shape;774;p47"/>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775" name="Google Shape;775;p47"/>
            <p:cNvCxnSpPr/>
            <p:nvPr/>
          </p:nvCxnSpPr>
          <p:spPr>
            <a:xfrm>
              <a:off x="796100" y="3086750"/>
              <a:ext cx="4462800" cy="0"/>
            </a:xfrm>
            <a:prstGeom prst="straightConnector1">
              <a:avLst/>
            </a:prstGeom>
            <a:noFill/>
            <a:ln w="9525" cap="flat" cmpd="sng">
              <a:solidFill>
                <a:schemeClr val="dk2"/>
              </a:solidFill>
              <a:prstDash val="solid"/>
              <a:round/>
              <a:headEnd type="none" w="sm" len="sm"/>
              <a:tailEnd type="none" w="sm" len="sm"/>
            </a:ln>
          </p:spPr>
        </p:cxnSp>
        <p:sp>
          <p:nvSpPr>
            <p:cNvPr id="776" name="Google Shape;776;p47"/>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77" name="Google Shape;777;p47"/>
          <p:cNvGrpSpPr/>
          <p:nvPr/>
        </p:nvGrpSpPr>
        <p:grpSpPr>
          <a:xfrm>
            <a:off x="-1143750" y="3925887"/>
            <a:ext cx="4558967" cy="1517787"/>
            <a:chOff x="-1143750" y="3849687"/>
            <a:chExt cx="4558967" cy="1517787"/>
          </a:xfrm>
        </p:grpSpPr>
        <p:grpSp>
          <p:nvGrpSpPr>
            <p:cNvPr id="778" name="Google Shape;778;p47"/>
            <p:cNvGrpSpPr/>
            <p:nvPr/>
          </p:nvGrpSpPr>
          <p:grpSpPr>
            <a:xfrm rot="5400000">
              <a:off x="-805838" y="4155104"/>
              <a:ext cx="1517787" cy="906953"/>
              <a:chOff x="-55500" y="4835979"/>
              <a:chExt cx="1517787" cy="906953"/>
            </a:xfrm>
          </p:grpSpPr>
          <p:sp>
            <p:nvSpPr>
              <p:cNvPr id="779" name="Google Shape;779;p47"/>
              <p:cNvSpPr/>
              <p:nvPr/>
            </p:nvSpPr>
            <p:spPr>
              <a:xfrm>
                <a:off x="-55500" y="48951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alpha val="31372"/>
                    </a:srgbClr>
                  </a:gs>
                  <a:gs pos="22000">
                    <a:srgbClr val="F5F8FF">
                      <a:alpha val="31372"/>
                    </a:srgbClr>
                  </a:gs>
                  <a:gs pos="45000">
                    <a:srgbClr val="FFFFFF">
                      <a:alpha val="31372"/>
                    </a:srgbClr>
                  </a:gs>
                  <a:gs pos="100000">
                    <a:srgbClr val="0C0A9E">
                      <a:alpha val="31372"/>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0" name="Google Shape;780;p47"/>
              <p:cNvSpPr/>
              <p:nvPr/>
            </p:nvSpPr>
            <p:spPr>
              <a:xfrm>
                <a:off x="522674" y="49517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1" name="Google Shape;781;p47"/>
              <p:cNvSpPr/>
              <p:nvPr/>
            </p:nvSpPr>
            <p:spPr>
              <a:xfrm>
                <a:off x="401812" y="5185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alpha val="31372"/>
                    </a:srgbClr>
                  </a:gs>
                  <a:gs pos="22000">
                    <a:srgbClr val="F5F8FF">
                      <a:alpha val="31372"/>
                    </a:srgbClr>
                  </a:gs>
                  <a:gs pos="45000">
                    <a:srgbClr val="FFFFFF">
                      <a:alpha val="31372"/>
                    </a:srgbClr>
                  </a:gs>
                  <a:gs pos="100000">
                    <a:srgbClr val="0C0A9E">
                      <a:alpha val="31372"/>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2" name="Google Shape;782;p47"/>
              <p:cNvSpPr/>
              <p:nvPr/>
            </p:nvSpPr>
            <p:spPr>
              <a:xfrm>
                <a:off x="880250" y="48359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83" name="Google Shape;783;p47"/>
            <p:cNvGrpSpPr/>
            <p:nvPr/>
          </p:nvGrpSpPr>
          <p:grpSpPr>
            <a:xfrm>
              <a:off x="-549966" y="3946425"/>
              <a:ext cx="2833357" cy="1421047"/>
              <a:chOff x="-677366" y="4067275"/>
              <a:chExt cx="2833357" cy="1421047"/>
            </a:xfrm>
          </p:grpSpPr>
          <p:sp>
            <p:nvSpPr>
              <p:cNvPr id="784" name="Google Shape;784;p47"/>
              <p:cNvSpPr/>
              <p:nvPr/>
            </p:nvSpPr>
            <p:spPr>
              <a:xfrm rot="5400000">
                <a:off x="28789" y="33611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85" name="Google Shape;785;p47"/>
              <p:cNvGrpSpPr/>
              <p:nvPr/>
            </p:nvGrpSpPr>
            <p:grpSpPr>
              <a:xfrm>
                <a:off x="317735" y="4614472"/>
                <a:ext cx="161977" cy="161940"/>
                <a:chOff x="1101075" y="2142375"/>
                <a:chExt cx="439200" cy="439100"/>
              </a:xfrm>
            </p:grpSpPr>
            <p:sp>
              <p:nvSpPr>
                <p:cNvPr id="786" name="Google Shape;786;p47"/>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7" name="Google Shape;787;p47"/>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88" name="Google Shape;788;p47"/>
              <p:cNvGrpSpPr/>
              <p:nvPr/>
            </p:nvGrpSpPr>
            <p:grpSpPr>
              <a:xfrm rot="10800000">
                <a:off x="1700151" y="5032693"/>
                <a:ext cx="161977" cy="161940"/>
                <a:chOff x="1101075" y="2142375"/>
                <a:chExt cx="439200" cy="439100"/>
              </a:xfrm>
            </p:grpSpPr>
            <p:sp>
              <p:nvSpPr>
                <p:cNvPr id="789" name="Google Shape;789;p47"/>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0" name="Google Shape;790;p47"/>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791" name="Google Shape;791;p47"/>
            <p:cNvSpPr/>
            <p:nvPr/>
          </p:nvSpPr>
          <p:spPr>
            <a:xfrm rot="-5400000">
              <a:off x="362395" y="3696219"/>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92" name="Google Shape;792;p47"/>
            <p:cNvGrpSpPr/>
            <p:nvPr/>
          </p:nvGrpSpPr>
          <p:grpSpPr>
            <a:xfrm>
              <a:off x="-1143750" y="4741576"/>
              <a:ext cx="4558967" cy="134100"/>
              <a:chOff x="796100" y="3019701"/>
              <a:chExt cx="4558967" cy="134100"/>
            </a:xfrm>
          </p:grpSpPr>
          <p:sp>
            <p:nvSpPr>
              <p:cNvPr id="793" name="Google Shape;793;p47"/>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794" name="Google Shape;794;p47"/>
              <p:cNvCxnSpPr/>
              <p:nvPr/>
            </p:nvCxnSpPr>
            <p:spPr>
              <a:xfrm>
                <a:off x="796100" y="3086750"/>
                <a:ext cx="4462800" cy="0"/>
              </a:xfrm>
              <a:prstGeom prst="straightConnector1">
                <a:avLst/>
              </a:prstGeom>
              <a:noFill/>
              <a:ln w="9525" cap="flat" cmpd="sng">
                <a:solidFill>
                  <a:schemeClr val="dk2"/>
                </a:solidFill>
                <a:prstDash val="solid"/>
                <a:round/>
                <a:headEnd type="none" w="sm" len="sm"/>
                <a:tailEnd type="none" w="sm" len="sm"/>
              </a:ln>
            </p:spPr>
          </p:cxnSp>
          <p:sp>
            <p:nvSpPr>
              <p:cNvPr id="795" name="Google Shape;795;p47"/>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hanks">
  <p:cSld name="CUSTOM_3">
    <p:spTree>
      <p:nvGrpSpPr>
        <p:cNvPr id="1" name="Shape 796"/>
        <p:cNvGrpSpPr/>
        <p:nvPr/>
      </p:nvGrpSpPr>
      <p:grpSpPr>
        <a:xfrm>
          <a:off x="0" y="0"/>
          <a:ext cx="0" cy="0"/>
          <a:chOff x="0" y="0"/>
          <a:chExt cx="0" cy="0"/>
        </a:xfrm>
      </p:grpSpPr>
      <p:sp>
        <p:nvSpPr>
          <p:cNvPr id="797" name="Google Shape;797;p48"/>
          <p:cNvSpPr txBox="1">
            <a:spLocks noGrp="1"/>
          </p:cNvSpPr>
          <p:nvPr>
            <p:ph type="subTitle" idx="1"/>
          </p:nvPr>
        </p:nvSpPr>
        <p:spPr>
          <a:xfrm>
            <a:off x="1157250" y="1609575"/>
            <a:ext cx="4448100" cy="12393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2500"/>
              <a:buFont typeface="IBM Plex Mono"/>
              <a:buNone/>
              <a:defRPr sz="2000" b="1">
                <a:latin typeface="IBM Plex Mono"/>
                <a:ea typeface="IBM Plex Mono"/>
                <a:cs typeface="IBM Plex Mono"/>
                <a:sym typeface="IBM Plex Mono"/>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a:endParaRPr/>
          </a:p>
        </p:txBody>
      </p:sp>
      <p:sp>
        <p:nvSpPr>
          <p:cNvPr id="798" name="Google Shape;798;p48"/>
          <p:cNvSpPr txBox="1">
            <a:spLocks noGrp="1"/>
          </p:cNvSpPr>
          <p:nvPr>
            <p:ph type="title"/>
          </p:nvPr>
        </p:nvSpPr>
        <p:spPr>
          <a:xfrm>
            <a:off x="1157302" y="494775"/>
            <a:ext cx="5126700" cy="1058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sz="65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grpSp>
        <p:nvGrpSpPr>
          <p:cNvPr id="799" name="Google Shape;799;p48"/>
          <p:cNvGrpSpPr/>
          <p:nvPr/>
        </p:nvGrpSpPr>
        <p:grpSpPr>
          <a:xfrm>
            <a:off x="-291585" y="-494819"/>
            <a:ext cx="1448824" cy="2238805"/>
            <a:chOff x="-308635" y="-494819"/>
            <a:chExt cx="1448824" cy="2238805"/>
          </a:xfrm>
        </p:grpSpPr>
        <p:grpSp>
          <p:nvGrpSpPr>
            <p:cNvPr id="800" name="Google Shape;800;p48"/>
            <p:cNvGrpSpPr/>
            <p:nvPr/>
          </p:nvGrpSpPr>
          <p:grpSpPr>
            <a:xfrm>
              <a:off x="-275757" y="-242066"/>
              <a:ext cx="981772" cy="1986052"/>
              <a:chOff x="-293545" y="3454371"/>
              <a:chExt cx="981772" cy="1986052"/>
            </a:xfrm>
          </p:grpSpPr>
          <p:sp>
            <p:nvSpPr>
              <p:cNvPr id="801" name="Google Shape;801;p48"/>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2" name="Google Shape;802;p48"/>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03" name="Google Shape;803;p48"/>
            <p:cNvGrpSpPr/>
            <p:nvPr/>
          </p:nvGrpSpPr>
          <p:grpSpPr>
            <a:xfrm>
              <a:off x="364499" y="794648"/>
              <a:ext cx="699940" cy="478601"/>
              <a:chOff x="39723" y="4349021"/>
              <a:chExt cx="1061964" cy="726143"/>
            </a:xfrm>
          </p:grpSpPr>
          <p:grpSp>
            <p:nvGrpSpPr>
              <p:cNvPr id="804" name="Google Shape;804;p48"/>
              <p:cNvGrpSpPr/>
              <p:nvPr/>
            </p:nvGrpSpPr>
            <p:grpSpPr>
              <a:xfrm rot="2700000">
                <a:off x="140502" y="4460924"/>
                <a:ext cx="524584" cy="502337"/>
                <a:chOff x="1189791" y="-1767331"/>
                <a:chExt cx="904284" cy="865933"/>
              </a:xfrm>
            </p:grpSpPr>
            <p:sp>
              <p:nvSpPr>
                <p:cNvPr id="805" name="Google Shape;805;p48"/>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06" name="Google Shape;806;p48"/>
                <p:cNvGrpSpPr/>
                <p:nvPr/>
              </p:nvGrpSpPr>
              <p:grpSpPr>
                <a:xfrm>
                  <a:off x="1232795" y="-1740829"/>
                  <a:ext cx="717622" cy="717393"/>
                  <a:chOff x="1483457" y="3953671"/>
                  <a:chExt cx="717622" cy="717393"/>
                </a:xfrm>
              </p:grpSpPr>
              <p:sp>
                <p:nvSpPr>
                  <p:cNvPr id="807" name="Google Shape;807;p48"/>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8" name="Google Shape;808;p48"/>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9" name="Google Shape;809;p48"/>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0" name="Google Shape;810;p48"/>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1" name="Google Shape;811;p48"/>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812" name="Google Shape;812;p48"/>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13" name="Google Shape;813;p48"/>
            <p:cNvGrpSpPr/>
            <p:nvPr/>
          </p:nvGrpSpPr>
          <p:grpSpPr>
            <a:xfrm rot="-5400000">
              <a:off x="-460622" y="-342831"/>
              <a:ext cx="1351491" cy="1047516"/>
              <a:chOff x="-2460210" y="2758494"/>
              <a:chExt cx="1351491" cy="1047516"/>
            </a:xfrm>
          </p:grpSpPr>
          <p:sp>
            <p:nvSpPr>
              <p:cNvPr id="814" name="Google Shape;814;p48"/>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5" name="Google Shape;815;p48"/>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6" name="Google Shape;816;p48"/>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7" name="Google Shape;817;p48"/>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18" name="Google Shape;818;p48"/>
            <p:cNvGrpSpPr/>
            <p:nvPr/>
          </p:nvGrpSpPr>
          <p:grpSpPr>
            <a:xfrm>
              <a:off x="440249" y="455173"/>
              <a:ext cx="699940" cy="478601"/>
              <a:chOff x="39723" y="4349021"/>
              <a:chExt cx="1061964" cy="726143"/>
            </a:xfrm>
          </p:grpSpPr>
          <p:grpSp>
            <p:nvGrpSpPr>
              <p:cNvPr id="819" name="Google Shape;819;p48"/>
              <p:cNvGrpSpPr/>
              <p:nvPr/>
            </p:nvGrpSpPr>
            <p:grpSpPr>
              <a:xfrm rot="2700000">
                <a:off x="140502" y="4460924"/>
                <a:ext cx="524584" cy="502337"/>
                <a:chOff x="1189791" y="-1767331"/>
                <a:chExt cx="904284" cy="865933"/>
              </a:xfrm>
            </p:grpSpPr>
            <p:sp>
              <p:nvSpPr>
                <p:cNvPr id="820" name="Google Shape;820;p48"/>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21" name="Google Shape;821;p48"/>
                <p:cNvGrpSpPr/>
                <p:nvPr/>
              </p:nvGrpSpPr>
              <p:grpSpPr>
                <a:xfrm>
                  <a:off x="1232795" y="-1740829"/>
                  <a:ext cx="717622" cy="717393"/>
                  <a:chOff x="1483457" y="3953671"/>
                  <a:chExt cx="717622" cy="717393"/>
                </a:xfrm>
              </p:grpSpPr>
              <p:sp>
                <p:nvSpPr>
                  <p:cNvPr id="822" name="Google Shape;822;p48"/>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3" name="Google Shape;823;p48"/>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4" name="Google Shape;824;p48"/>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5" name="Google Shape;825;p48"/>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6" name="Google Shape;826;p48"/>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827" name="Google Shape;827;p48"/>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28" name="Google Shape;828;p48"/>
            <p:cNvGrpSpPr/>
            <p:nvPr/>
          </p:nvGrpSpPr>
          <p:grpSpPr>
            <a:xfrm>
              <a:off x="-63826" y="511661"/>
              <a:ext cx="699940" cy="478601"/>
              <a:chOff x="39723" y="4349021"/>
              <a:chExt cx="1061964" cy="726143"/>
            </a:xfrm>
          </p:grpSpPr>
          <p:grpSp>
            <p:nvGrpSpPr>
              <p:cNvPr id="829" name="Google Shape;829;p48"/>
              <p:cNvGrpSpPr/>
              <p:nvPr/>
            </p:nvGrpSpPr>
            <p:grpSpPr>
              <a:xfrm rot="2700000">
                <a:off x="140502" y="4460924"/>
                <a:ext cx="524584" cy="502337"/>
                <a:chOff x="1189791" y="-1767331"/>
                <a:chExt cx="904284" cy="865933"/>
              </a:xfrm>
            </p:grpSpPr>
            <p:sp>
              <p:nvSpPr>
                <p:cNvPr id="830" name="Google Shape;830;p48"/>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31" name="Google Shape;831;p48"/>
                <p:cNvGrpSpPr/>
                <p:nvPr/>
              </p:nvGrpSpPr>
              <p:grpSpPr>
                <a:xfrm>
                  <a:off x="1232795" y="-1740829"/>
                  <a:ext cx="717622" cy="717393"/>
                  <a:chOff x="1483457" y="3953671"/>
                  <a:chExt cx="717622" cy="717393"/>
                </a:xfrm>
              </p:grpSpPr>
              <p:sp>
                <p:nvSpPr>
                  <p:cNvPr id="832" name="Google Shape;832;p48"/>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3" name="Google Shape;833;p48"/>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4" name="Google Shape;834;p48"/>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5" name="Google Shape;835;p48"/>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6" name="Google Shape;836;p48"/>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837" name="Google Shape;837;p48"/>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838" name="Google Shape;838;p48"/>
          <p:cNvGrpSpPr/>
          <p:nvPr/>
        </p:nvGrpSpPr>
        <p:grpSpPr>
          <a:xfrm>
            <a:off x="2659712" y="4275400"/>
            <a:ext cx="4952059" cy="2992224"/>
            <a:chOff x="2659712" y="4275400"/>
            <a:chExt cx="4952059" cy="2992224"/>
          </a:xfrm>
        </p:grpSpPr>
        <p:pic>
          <p:nvPicPr>
            <p:cNvPr id="839" name="Google Shape;839;p48"/>
            <p:cNvPicPr preferRelativeResize="0"/>
            <p:nvPr/>
          </p:nvPicPr>
          <p:blipFill rotWithShape="1">
            <a:blip r:embed="rId2">
              <a:alphaModFix/>
            </a:blip>
            <a:srcRect l="16960" t="24719" r="7121" b="26177"/>
            <a:stretch/>
          </p:blipFill>
          <p:spPr>
            <a:xfrm rot="10800000">
              <a:off x="2659712" y="4275400"/>
              <a:ext cx="3549051" cy="2992224"/>
            </a:xfrm>
            <a:prstGeom prst="rect">
              <a:avLst/>
            </a:prstGeom>
            <a:noFill/>
            <a:ln>
              <a:noFill/>
            </a:ln>
          </p:spPr>
        </p:pic>
        <p:grpSp>
          <p:nvGrpSpPr>
            <p:cNvPr id="840" name="Google Shape;840;p48"/>
            <p:cNvGrpSpPr/>
            <p:nvPr/>
          </p:nvGrpSpPr>
          <p:grpSpPr>
            <a:xfrm rot="-5400000">
              <a:off x="3258038" y="4413859"/>
              <a:ext cx="906953" cy="1517787"/>
              <a:chOff x="79748" y="2808602"/>
              <a:chExt cx="906953" cy="1517787"/>
            </a:xfrm>
          </p:grpSpPr>
          <p:sp>
            <p:nvSpPr>
              <p:cNvPr id="841" name="Google Shape;841;p48"/>
              <p:cNvSpPr/>
              <p:nvPr/>
            </p:nvSpPr>
            <p:spPr>
              <a:xfrm rot="5400000">
                <a:off x="357831" y="282094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alpha val="31372"/>
                    </a:srgbClr>
                  </a:gs>
                  <a:gs pos="22000">
                    <a:srgbClr val="F5F8FF">
                      <a:alpha val="31372"/>
                    </a:srgbClr>
                  </a:gs>
                  <a:gs pos="45000">
                    <a:srgbClr val="FFFFFF">
                      <a:alpha val="31372"/>
                    </a:srgbClr>
                  </a:gs>
                  <a:gs pos="100000">
                    <a:srgbClr val="0C0A9E">
                      <a:alpha val="31372"/>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2" name="Google Shape;842;p48"/>
              <p:cNvSpPr/>
              <p:nvPr/>
            </p:nvSpPr>
            <p:spPr>
              <a:xfrm rot="5400000">
                <a:off x="537866" y="3393994"/>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3" name="Google Shape;843;p48"/>
              <p:cNvSpPr/>
              <p:nvPr/>
            </p:nvSpPr>
            <p:spPr>
              <a:xfrm rot="5400000">
                <a:off x="67406" y="3278257"/>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alpha val="31372"/>
                    </a:srgbClr>
                  </a:gs>
                  <a:gs pos="22000">
                    <a:srgbClr val="F5F8FF">
                      <a:alpha val="31372"/>
                    </a:srgbClr>
                  </a:gs>
                  <a:gs pos="45000">
                    <a:srgbClr val="FFFFFF">
                      <a:alpha val="31372"/>
                    </a:srgbClr>
                  </a:gs>
                  <a:gs pos="100000">
                    <a:srgbClr val="0C0A9E">
                      <a:alpha val="31372"/>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4" name="Google Shape;844;p48"/>
              <p:cNvSpPr/>
              <p:nvPr/>
            </p:nvSpPr>
            <p:spPr>
              <a:xfrm rot="5400000">
                <a:off x="417006" y="375669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45" name="Google Shape;845;p48"/>
            <p:cNvGrpSpPr/>
            <p:nvPr/>
          </p:nvGrpSpPr>
          <p:grpSpPr>
            <a:xfrm rot="5400000">
              <a:off x="5484569" y="3756062"/>
              <a:ext cx="1421047" cy="2833357"/>
              <a:chOff x="334358" y="2186737"/>
              <a:chExt cx="1421047" cy="2833357"/>
            </a:xfrm>
          </p:grpSpPr>
          <p:sp>
            <p:nvSpPr>
              <p:cNvPr id="846" name="Google Shape;846;p48"/>
              <p:cNvSpPr/>
              <p:nvPr/>
            </p:nvSpPr>
            <p:spPr>
              <a:xfrm rot="10800000">
                <a:off x="334358" y="2186737"/>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47" name="Google Shape;847;p48"/>
              <p:cNvGrpSpPr/>
              <p:nvPr/>
            </p:nvGrpSpPr>
            <p:grpSpPr>
              <a:xfrm rot="5400000">
                <a:off x="1046250" y="3181856"/>
                <a:ext cx="161977" cy="161940"/>
                <a:chOff x="1101075" y="2142375"/>
                <a:chExt cx="439200" cy="439100"/>
              </a:xfrm>
            </p:grpSpPr>
            <p:sp>
              <p:nvSpPr>
                <p:cNvPr id="848" name="Google Shape;848;p48"/>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9" name="Google Shape;849;p48"/>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50" name="Google Shape;850;p48"/>
              <p:cNvGrpSpPr/>
              <p:nvPr/>
            </p:nvGrpSpPr>
            <p:grpSpPr>
              <a:xfrm rot="-5400000">
                <a:off x="628029" y="4564272"/>
                <a:ext cx="161977" cy="161940"/>
                <a:chOff x="1101075" y="2142375"/>
                <a:chExt cx="439200" cy="439100"/>
              </a:xfrm>
            </p:grpSpPr>
            <p:sp>
              <p:nvSpPr>
                <p:cNvPr id="851" name="Google Shape;851;p48"/>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2" name="Google Shape;852;p48"/>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sp>
        <p:nvSpPr>
          <p:cNvPr id="853" name="Google Shape;853;p48"/>
          <p:cNvSpPr txBox="1"/>
          <p:nvPr/>
        </p:nvSpPr>
        <p:spPr>
          <a:xfrm>
            <a:off x="1157300" y="3476950"/>
            <a:ext cx="5320200" cy="6054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300"/>
              </a:spcBef>
              <a:spcAft>
                <a:spcPts val="0"/>
              </a:spcAft>
              <a:buClr>
                <a:srgbClr val="000000"/>
              </a:buClr>
              <a:buSzPts val="1200"/>
              <a:buFont typeface="Arial"/>
              <a:buNone/>
            </a:pPr>
            <a:r>
              <a:rPr lang="en" sz="1200" b="1" i="0" u="none" strike="noStrike" cap="none">
                <a:solidFill>
                  <a:schemeClr val="dk1"/>
                </a:solidFill>
                <a:latin typeface="Poppins"/>
                <a:ea typeface="Poppins"/>
                <a:cs typeface="Poppins"/>
                <a:sym typeface="Poppins"/>
              </a:rPr>
              <a:t>CREDITS: </a:t>
            </a:r>
            <a:r>
              <a:rPr lang="en" sz="1200" b="0" i="0" u="none" strike="noStrike" cap="none">
                <a:solidFill>
                  <a:schemeClr val="dk1"/>
                </a:solidFill>
                <a:latin typeface="Poppins"/>
                <a:ea typeface="Poppins"/>
                <a:cs typeface="Poppins"/>
                <a:sym typeface="Poppins"/>
              </a:rPr>
              <a:t>This presentation template was created by </a:t>
            </a:r>
            <a:r>
              <a:rPr lang="en" sz="1200" b="1" i="0" u="sng" strike="noStrike" cap="none">
                <a:solidFill>
                  <a:schemeClr val="dk1"/>
                </a:solidFill>
                <a:latin typeface="Poppins"/>
                <a:ea typeface="Poppins"/>
                <a:cs typeface="Poppins"/>
                <a:sym typeface="Poppins"/>
                <a:hlinkClick r:id="rId3">
                  <a:extLst>
                    <a:ext uri="{A12FA001-AC4F-418D-AE19-62706E023703}">
                      <ahyp:hlinkClr xmlns:ahyp="http://schemas.microsoft.com/office/drawing/2018/hyperlinkcolor" val="tx"/>
                    </a:ext>
                  </a:extLst>
                </a:hlinkClick>
              </a:rPr>
              <a:t>Slidesgo</a:t>
            </a:r>
            <a:r>
              <a:rPr lang="en" sz="1200" b="0" i="0" u="none" strike="noStrike" cap="none">
                <a:solidFill>
                  <a:schemeClr val="dk1"/>
                </a:solidFill>
                <a:latin typeface="Poppins"/>
                <a:ea typeface="Poppins"/>
                <a:cs typeface="Poppins"/>
                <a:sym typeface="Poppins"/>
              </a:rPr>
              <a:t>, and includes icons, infographics &amp; images by</a:t>
            </a:r>
            <a:r>
              <a:rPr lang="en" sz="1200" b="1" i="0" u="none" strike="noStrike" cap="none">
                <a:solidFill>
                  <a:schemeClr val="dk1"/>
                </a:solidFill>
                <a:latin typeface="Poppins"/>
                <a:ea typeface="Poppins"/>
                <a:cs typeface="Poppins"/>
                <a:sym typeface="Poppins"/>
              </a:rPr>
              <a:t> </a:t>
            </a:r>
            <a:r>
              <a:rPr lang="en" sz="1200" b="1" i="0" u="sng" strike="noStrike" cap="none">
                <a:solidFill>
                  <a:schemeClr val="dk1"/>
                </a:solidFill>
                <a:latin typeface="Poppins"/>
                <a:ea typeface="Poppins"/>
                <a:cs typeface="Poppins"/>
                <a:sym typeface="Poppins"/>
                <a:hlinkClick r:id="rId4">
                  <a:extLst>
                    <a:ext uri="{A12FA001-AC4F-418D-AE19-62706E023703}">
                      <ahyp:hlinkClr xmlns:ahyp="http://schemas.microsoft.com/office/drawing/2018/hyperlinkcolor" val="tx"/>
                    </a:ext>
                  </a:extLst>
                </a:hlinkClick>
              </a:rPr>
              <a:t>Freepik</a:t>
            </a:r>
            <a:r>
              <a:rPr lang="en" sz="1200" b="1" i="0" u="sng" strike="noStrike" cap="none">
                <a:solidFill>
                  <a:schemeClr val="dk1"/>
                </a:solidFill>
                <a:latin typeface="Poppins"/>
                <a:ea typeface="Poppins"/>
                <a:cs typeface="Poppins"/>
                <a:sym typeface="Poppins"/>
              </a:rPr>
              <a:t> </a:t>
            </a:r>
            <a:endParaRPr sz="1200" b="1" i="0" u="sng" strike="noStrike" cap="none">
              <a:solidFill>
                <a:schemeClr val="dk1"/>
              </a:solidFill>
              <a:latin typeface="Poppins"/>
              <a:ea typeface="Poppins"/>
              <a:cs typeface="Poppins"/>
              <a:sym typeface="Poppin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3">
  <p:cSld name="CUSTOM_4_1_1">
    <p:spTree>
      <p:nvGrpSpPr>
        <p:cNvPr id="1" name="Shape 854"/>
        <p:cNvGrpSpPr/>
        <p:nvPr/>
      </p:nvGrpSpPr>
      <p:grpSpPr>
        <a:xfrm>
          <a:off x="0" y="0"/>
          <a:ext cx="0" cy="0"/>
          <a:chOff x="0" y="0"/>
          <a:chExt cx="0" cy="0"/>
        </a:xfrm>
      </p:grpSpPr>
      <p:grpSp>
        <p:nvGrpSpPr>
          <p:cNvPr id="855" name="Google Shape;855;p49"/>
          <p:cNvGrpSpPr/>
          <p:nvPr/>
        </p:nvGrpSpPr>
        <p:grpSpPr>
          <a:xfrm>
            <a:off x="4582519" y="2433469"/>
            <a:ext cx="5022035" cy="4764449"/>
            <a:chOff x="4571994" y="2268219"/>
            <a:chExt cx="5022035" cy="4764449"/>
          </a:xfrm>
        </p:grpSpPr>
        <p:pic>
          <p:nvPicPr>
            <p:cNvPr id="856" name="Google Shape;856;p49"/>
            <p:cNvPicPr preferRelativeResize="0"/>
            <p:nvPr/>
          </p:nvPicPr>
          <p:blipFill rotWithShape="1">
            <a:blip r:embed="rId2">
              <a:alphaModFix/>
            </a:blip>
            <a:srcRect l="16960" t="24719" r="7121" b="26177"/>
            <a:stretch/>
          </p:blipFill>
          <p:spPr>
            <a:xfrm flipH="1">
              <a:off x="5978271" y="3376950"/>
              <a:ext cx="3615750" cy="2759625"/>
            </a:xfrm>
            <a:prstGeom prst="rect">
              <a:avLst/>
            </a:prstGeom>
            <a:noFill/>
            <a:ln>
              <a:noFill/>
            </a:ln>
          </p:spPr>
        </p:pic>
        <p:grpSp>
          <p:nvGrpSpPr>
            <p:cNvPr id="857" name="Google Shape;857;p49"/>
            <p:cNvGrpSpPr/>
            <p:nvPr/>
          </p:nvGrpSpPr>
          <p:grpSpPr>
            <a:xfrm rot="10800000">
              <a:off x="4571994" y="2268219"/>
              <a:ext cx="5022035" cy="4764449"/>
              <a:chOff x="-494405" y="-1584825"/>
              <a:chExt cx="4397193" cy="4171657"/>
            </a:xfrm>
          </p:grpSpPr>
          <p:grpSp>
            <p:nvGrpSpPr>
              <p:cNvPr id="858" name="Google Shape;858;p49"/>
              <p:cNvGrpSpPr/>
              <p:nvPr/>
            </p:nvGrpSpPr>
            <p:grpSpPr>
              <a:xfrm>
                <a:off x="245875" y="-51824"/>
                <a:ext cx="208200" cy="1824700"/>
                <a:chOff x="1040050" y="3812126"/>
                <a:chExt cx="208200" cy="1824700"/>
              </a:xfrm>
            </p:grpSpPr>
            <p:sp>
              <p:nvSpPr>
                <p:cNvPr id="859" name="Google Shape;859;p49"/>
                <p:cNvSpPr/>
                <p:nvPr/>
              </p:nvSpPr>
              <p:spPr>
                <a:xfrm>
                  <a:off x="1040050" y="3812126"/>
                  <a:ext cx="12550" cy="1824700"/>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srgbClr>
                    </a:gs>
                    <a:gs pos="100000">
                      <a:srgbClr val="FFFFFF">
                        <a:alpha val="46666"/>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0" name="Google Shape;860;p49"/>
                <p:cNvSpPr/>
                <p:nvPr/>
              </p:nvSpPr>
              <p:spPr>
                <a:xfrm>
                  <a:off x="1235741" y="3812126"/>
                  <a:ext cx="12509" cy="1824700"/>
                </a:xfrm>
                <a:custGeom>
                  <a:avLst/>
                  <a:gdLst/>
                  <a:ahLst/>
                  <a:cxnLst/>
                  <a:rect l="l" t="t" r="r" b="b"/>
                  <a:pathLst>
                    <a:path w="305" h="27731" extrusionOk="0">
                      <a:moveTo>
                        <a:pt x="0" y="1"/>
                      </a:moveTo>
                      <a:lnTo>
                        <a:pt x="0" y="27730"/>
                      </a:lnTo>
                      <a:lnTo>
                        <a:pt x="305" y="27730"/>
                      </a:lnTo>
                      <a:lnTo>
                        <a:pt x="305"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61" name="Google Shape;861;p49"/>
              <p:cNvGrpSpPr/>
              <p:nvPr/>
            </p:nvGrpSpPr>
            <p:grpSpPr>
              <a:xfrm rot="-8100000">
                <a:off x="540898" y="-1172741"/>
                <a:ext cx="2552124" cy="3347490"/>
                <a:chOff x="2976325" y="908175"/>
                <a:chExt cx="4028179" cy="5283555"/>
              </a:xfrm>
            </p:grpSpPr>
            <p:sp>
              <p:nvSpPr>
                <p:cNvPr id="862" name="Google Shape;862;p49"/>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3" name="Google Shape;863;p49"/>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4" name="Google Shape;864;p49"/>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65" name="Google Shape;865;p49"/>
              <p:cNvGrpSpPr/>
              <p:nvPr/>
            </p:nvGrpSpPr>
            <p:grpSpPr>
              <a:xfrm>
                <a:off x="-1" y="621223"/>
                <a:ext cx="699940" cy="478601"/>
                <a:chOff x="39723" y="4349021"/>
                <a:chExt cx="1061964" cy="726143"/>
              </a:xfrm>
            </p:grpSpPr>
            <p:grpSp>
              <p:nvGrpSpPr>
                <p:cNvPr id="866" name="Google Shape;866;p49"/>
                <p:cNvGrpSpPr/>
                <p:nvPr/>
              </p:nvGrpSpPr>
              <p:grpSpPr>
                <a:xfrm rot="2700000">
                  <a:off x="140502" y="4460924"/>
                  <a:ext cx="524584" cy="502337"/>
                  <a:chOff x="1189791" y="-1767331"/>
                  <a:chExt cx="904284" cy="865933"/>
                </a:xfrm>
              </p:grpSpPr>
              <p:sp>
                <p:nvSpPr>
                  <p:cNvPr id="867" name="Google Shape;867;p49"/>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68" name="Google Shape;868;p49"/>
                  <p:cNvGrpSpPr/>
                  <p:nvPr/>
                </p:nvGrpSpPr>
                <p:grpSpPr>
                  <a:xfrm>
                    <a:off x="1232795" y="-1740829"/>
                    <a:ext cx="717622" cy="717393"/>
                    <a:chOff x="1483457" y="3953671"/>
                    <a:chExt cx="717622" cy="717393"/>
                  </a:xfrm>
                </p:grpSpPr>
                <p:sp>
                  <p:nvSpPr>
                    <p:cNvPr id="869" name="Google Shape;869;p49"/>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0" name="Google Shape;870;p49"/>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1" name="Google Shape;871;p49"/>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2" name="Google Shape;872;p49"/>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3" name="Google Shape;873;p49"/>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874" name="Google Shape;874;p49"/>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75" name="Google Shape;875;p49"/>
              <p:cNvGrpSpPr/>
              <p:nvPr/>
            </p:nvGrpSpPr>
            <p:grpSpPr>
              <a:xfrm>
                <a:off x="955673" y="11"/>
                <a:ext cx="592576" cy="405260"/>
                <a:chOff x="39723" y="4349021"/>
                <a:chExt cx="1061964" cy="726143"/>
              </a:xfrm>
            </p:grpSpPr>
            <p:grpSp>
              <p:nvGrpSpPr>
                <p:cNvPr id="876" name="Google Shape;876;p49"/>
                <p:cNvGrpSpPr/>
                <p:nvPr/>
              </p:nvGrpSpPr>
              <p:grpSpPr>
                <a:xfrm rot="2700000">
                  <a:off x="140502" y="4460924"/>
                  <a:ext cx="524584" cy="502337"/>
                  <a:chOff x="1189791" y="-1767331"/>
                  <a:chExt cx="904284" cy="865933"/>
                </a:xfrm>
              </p:grpSpPr>
              <p:sp>
                <p:nvSpPr>
                  <p:cNvPr id="877" name="Google Shape;877;p49"/>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78" name="Google Shape;878;p49"/>
                  <p:cNvGrpSpPr/>
                  <p:nvPr/>
                </p:nvGrpSpPr>
                <p:grpSpPr>
                  <a:xfrm>
                    <a:off x="1232795" y="-1740829"/>
                    <a:ext cx="717622" cy="717393"/>
                    <a:chOff x="1483457" y="3953671"/>
                    <a:chExt cx="717622" cy="717393"/>
                  </a:xfrm>
                </p:grpSpPr>
                <p:sp>
                  <p:nvSpPr>
                    <p:cNvPr id="879" name="Google Shape;879;p49"/>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0" name="Google Shape;880;p49"/>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1" name="Google Shape;881;p49"/>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2" name="Google Shape;882;p49"/>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3" name="Google Shape;883;p49"/>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884" name="Google Shape;884;p49"/>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85" name="Google Shape;885;p49"/>
              <p:cNvGrpSpPr/>
              <p:nvPr/>
            </p:nvGrpSpPr>
            <p:grpSpPr>
              <a:xfrm>
                <a:off x="441574" y="-36652"/>
                <a:ext cx="699940" cy="478601"/>
                <a:chOff x="39723" y="4349021"/>
                <a:chExt cx="1061964" cy="726143"/>
              </a:xfrm>
            </p:grpSpPr>
            <p:grpSp>
              <p:nvGrpSpPr>
                <p:cNvPr id="886" name="Google Shape;886;p49"/>
                <p:cNvGrpSpPr/>
                <p:nvPr/>
              </p:nvGrpSpPr>
              <p:grpSpPr>
                <a:xfrm rot="2700000">
                  <a:off x="140502" y="4460924"/>
                  <a:ext cx="524584" cy="502337"/>
                  <a:chOff x="1189791" y="-1767331"/>
                  <a:chExt cx="904284" cy="865933"/>
                </a:xfrm>
              </p:grpSpPr>
              <p:sp>
                <p:nvSpPr>
                  <p:cNvPr id="887" name="Google Shape;887;p49"/>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88" name="Google Shape;888;p49"/>
                  <p:cNvGrpSpPr/>
                  <p:nvPr/>
                </p:nvGrpSpPr>
                <p:grpSpPr>
                  <a:xfrm>
                    <a:off x="1232795" y="-1740829"/>
                    <a:ext cx="717622" cy="717393"/>
                    <a:chOff x="1483457" y="3953671"/>
                    <a:chExt cx="717622" cy="717393"/>
                  </a:xfrm>
                </p:grpSpPr>
                <p:sp>
                  <p:nvSpPr>
                    <p:cNvPr id="889" name="Google Shape;889;p49"/>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0" name="Google Shape;890;p49"/>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1" name="Google Shape;891;p49"/>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2" name="Google Shape;892;p49"/>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3" name="Google Shape;893;p49"/>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894" name="Google Shape;894;p49"/>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95" name="Google Shape;895;p49"/>
              <p:cNvGrpSpPr/>
              <p:nvPr/>
            </p:nvGrpSpPr>
            <p:grpSpPr>
              <a:xfrm>
                <a:off x="-494405" y="-252396"/>
                <a:ext cx="1741563" cy="1288563"/>
                <a:chOff x="-494405" y="-252396"/>
                <a:chExt cx="1741563" cy="1288563"/>
              </a:xfrm>
            </p:grpSpPr>
            <p:sp>
              <p:nvSpPr>
                <p:cNvPr id="896" name="Google Shape;896;p49"/>
                <p:cNvSpPr/>
                <p:nvPr/>
              </p:nvSpPr>
              <p:spPr>
                <a:xfrm rot="2700000">
                  <a:off x="137431"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7" name="Google Shape;897;p49"/>
                <p:cNvSpPr/>
                <p:nvPr/>
              </p:nvSpPr>
              <p:spPr>
                <a:xfrm rot="2700000">
                  <a:off x="-315569"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898" name="Google Shape;898;p49"/>
            <p:cNvGrpSpPr/>
            <p:nvPr/>
          </p:nvGrpSpPr>
          <p:grpSpPr>
            <a:xfrm>
              <a:off x="5643425" y="4968525"/>
              <a:ext cx="439200" cy="439100"/>
              <a:chOff x="1101075" y="2142375"/>
              <a:chExt cx="439200" cy="439100"/>
            </a:xfrm>
          </p:grpSpPr>
          <p:sp>
            <p:nvSpPr>
              <p:cNvPr id="899" name="Google Shape;899;p49"/>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0" name="Google Shape;900;p49"/>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901" name="Google Shape;901;p49"/>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902" name="Google Shape;902;p49"/>
          <p:cNvSpPr txBox="1">
            <a:spLocks noGrp="1"/>
          </p:cNvSpPr>
          <p:nvPr>
            <p:ph type="body" idx="1"/>
          </p:nvPr>
        </p:nvSpPr>
        <p:spPr>
          <a:xfrm>
            <a:off x="720000" y="1139550"/>
            <a:ext cx="4290900" cy="3431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Clr>
                <a:srgbClr val="434343"/>
              </a:buClr>
              <a:buSzPts val="1200"/>
              <a:buChar char="●"/>
              <a:defRPr sz="1200">
                <a:solidFill>
                  <a:srgbClr val="191919"/>
                </a:solidFill>
              </a:defRPr>
            </a:lvl1pPr>
            <a:lvl2pPr marL="914400" lvl="1" indent="-304800" algn="l">
              <a:lnSpc>
                <a:spcPct val="115000"/>
              </a:lnSpc>
              <a:spcBef>
                <a:spcPts val="0"/>
              </a:spcBef>
              <a:spcAft>
                <a:spcPts val="0"/>
              </a:spcAft>
              <a:buClr>
                <a:srgbClr val="434343"/>
              </a:buClr>
              <a:buSzPts val="1200"/>
              <a:buFont typeface="Roboto Condensed Light"/>
              <a:buChar char="○"/>
              <a:defRPr>
                <a:solidFill>
                  <a:srgbClr val="434343"/>
                </a:solidFill>
              </a:defRPr>
            </a:lvl2pPr>
            <a:lvl3pPr marL="1371600" lvl="2" indent="-304800" algn="l">
              <a:lnSpc>
                <a:spcPct val="115000"/>
              </a:lnSpc>
              <a:spcBef>
                <a:spcPts val="0"/>
              </a:spcBef>
              <a:spcAft>
                <a:spcPts val="0"/>
              </a:spcAft>
              <a:buClr>
                <a:srgbClr val="434343"/>
              </a:buClr>
              <a:buSzPts val="1200"/>
              <a:buFont typeface="Roboto Condensed Light"/>
              <a:buChar char="■"/>
              <a:defRPr>
                <a:solidFill>
                  <a:srgbClr val="434343"/>
                </a:solidFill>
              </a:defRPr>
            </a:lvl3pPr>
            <a:lvl4pPr marL="1828800" lvl="3" indent="-304800" algn="l">
              <a:lnSpc>
                <a:spcPct val="115000"/>
              </a:lnSpc>
              <a:spcBef>
                <a:spcPts val="0"/>
              </a:spcBef>
              <a:spcAft>
                <a:spcPts val="0"/>
              </a:spcAft>
              <a:buClr>
                <a:srgbClr val="434343"/>
              </a:buClr>
              <a:buSzPts val="1200"/>
              <a:buFont typeface="Roboto Condensed Light"/>
              <a:buChar char="●"/>
              <a:defRPr>
                <a:solidFill>
                  <a:srgbClr val="434343"/>
                </a:solidFill>
              </a:defRPr>
            </a:lvl4pPr>
            <a:lvl5pPr marL="2286000" lvl="4" indent="-304800" algn="l">
              <a:lnSpc>
                <a:spcPct val="115000"/>
              </a:lnSpc>
              <a:spcBef>
                <a:spcPts val="0"/>
              </a:spcBef>
              <a:spcAft>
                <a:spcPts val="0"/>
              </a:spcAft>
              <a:buClr>
                <a:srgbClr val="434343"/>
              </a:buClr>
              <a:buSzPts val="1200"/>
              <a:buFont typeface="Roboto Condensed Light"/>
              <a:buChar char="○"/>
              <a:defRPr>
                <a:solidFill>
                  <a:srgbClr val="434343"/>
                </a:solidFill>
              </a:defRPr>
            </a:lvl5pPr>
            <a:lvl6pPr marL="2743200" lvl="5" indent="-304800" algn="l">
              <a:lnSpc>
                <a:spcPct val="115000"/>
              </a:lnSpc>
              <a:spcBef>
                <a:spcPts val="0"/>
              </a:spcBef>
              <a:spcAft>
                <a:spcPts val="0"/>
              </a:spcAft>
              <a:buClr>
                <a:srgbClr val="434343"/>
              </a:buClr>
              <a:buSzPts val="1200"/>
              <a:buFont typeface="Roboto Condensed Light"/>
              <a:buChar char="■"/>
              <a:defRPr>
                <a:solidFill>
                  <a:srgbClr val="434343"/>
                </a:solidFill>
              </a:defRPr>
            </a:lvl6pPr>
            <a:lvl7pPr marL="3200400" lvl="6" indent="-304800" algn="l">
              <a:lnSpc>
                <a:spcPct val="115000"/>
              </a:lnSpc>
              <a:spcBef>
                <a:spcPts val="0"/>
              </a:spcBef>
              <a:spcAft>
                <a:spcPts val="0"/>
              </a:spcAft>
              <a:buClr>
                <a:srgbClr val="434343"/>
              </a:buClr>
              <a:buSzPts val="1200"/>
              <a:buFont typeface="Roboto Condensed Light"/>
              <a:buChar char="●"/>
              <a:defRPr>
                <a:solidFill>
                  <a:srgbClr val="434343"/>
                </a:solidFill>
              </a:defRPr>
            </a:lvl7pPr>
            <a:lvl8pPr marL="3657600" lvl="7" indent="-304800" algn="l">
              <a:lnSpc>
                <a:spcPct val="115000"/>
              </a:lnSpc>
              <a:spcBef>
                <a:spcPts val="0"/>
              </a:spcBef>
              <a:spcAft>
                <a:spcPts val="0"/>
              </a:spcAft>
              <a:buClr>
                <a:srgbClr val="434343"/>
              </a:buClr>
              <a:buSzPts val="1200"/>
              <a:buFont typeface="Roboto Condensed Light"/>
              <a:buChar char="○"/>
              <a:defRPr>
                <a:solidFill>
                  <a:srgbClr val="434343"/>
                </a:solidFill>
              </a:defRPr>
            </a:lvl8pPr>
            <a:lvl9pPr marL="4114800" lvl="8" indent="-304800" algn="l">
              <a:lnSpc>
                <a:spcPct val="115000"/>
              </a:lnSpc>
              <a:spcBef>
                <a:spcPts val="0"/>
              </a:spcBef>
              <a:spcAft>
                <a:spcPts val="0"/>
              </a:spcAft>
              <a:buClr>
                <a:srgbClr val="434343"/>
              </a:buClr>
              <a:buSzPts val="1200"/>
              <a:buFont typeface="Roboto Condensed Light"/>
              <a:buChar char="■"/>
              <a:defRPr>
                <a:solidFill>
                  <a:srgbClr val="434343"/>
                </a:solidFill>
              </a:defRPr>
            </a:lvl9pPr>
          </a:lstStyle>
          <a:p>
            <a:endParaRPr/>
          </a:p>
        </p:txBody>
      </p:sp>
      <p:sp>
        <p:nvSpPr>
          <p:cNvPr id="903" name="Google Shape;903;p49"/>
          <p:cNvSpPr txBox="1">
            <a:spLocks noGrp="1"/>
          </p:cNvSpPr>
          <p:nvPr>
            <p:ph type="body" idx="2"/>
          </p:nvPr>
        </p:nvSpPr>
        <p:spPr>
          <a:xfrm>
            <a:off x="5249025" y="1139550"/>
            <a:ext cx="3174900" cy="3431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Clr>
                <a:srgbClr val="434343"/>
              </a:buClr>
              <a:buSzPts val="1200"/>
              <a:buChar char="●"/>
              <a:defRPr sz="1200">
                <a:solidFill>
                  <a:srgbClr val="191919"/>
                </a:solidFill>
              </a:defRPr>
            </a:lvl1pPr>
            <a:lvl2pPr marL="914400" lvl="1" indent="-304800" algn="l">
              <a:lnSpc>
                <a:spcPct val="115000"/>
              </a:lnSpc>
              <a:spcBef>
                <a:spcPts val="0"/>
              </a:spcBef>
              <a:spcAft>
                <a:spcPts val="0"/>
              </a:spcAft>
              <a:buClr>
                <a:srgbClr val="434343"/>
              </a:buClr>
              <a:buSzPts val="1200"/>
              <a:buFont typeface="Roboto Condensed Light"/>
              <a:buChar char="○"/>
              <a:defRPr>
                <a:solidFill>
                  <a:srgbClr val="434343"/>
                </a:solidFill>
              </a:defRPr>
            </a:lvl2pPr>
            <a:lvl3pPr marL="1371600" lvl="2" indent="-304800" algn="l">
              <a:lnSpc>
                <a:spcPct val="115000"/>
              </a:lnSpc>
              <a:spcBef>
                <a:spcPts val="0"/>
              </a:spcBef>
              <a:spcAft>
                <a:spcPts val="0"/>
              </a:spcAft>
              <a:buClr>
                <a:srgbClr val="434343"/>
              </a:buClr>
              <a:buSzPts val="1200"/>
              <a:buFont typeface="Roboto Condensed Light"/>
              <a:buChar char="■"/>
              <a:defRPr>
                <a:solidFill>
                  <a:srgbClr val="434343"/>
                </a:solidFill>
              </a:defRPr>
            </a:lvl3pPr>
            <a:lvl4pPr marL="1828800" lvl="3" indent="-304800" algn="l">
              <a:lnSpc>
                <a:spcPct val="115000"/>
              </a:lnSpc>
              <a:spcBef>
                <a:spcPts val="0"/>
              </a:spcBef>
              <a:spcAft>
                <a:spcPts val="0"/>
              </a:spcAft>
              <a:buClr>
                <a:srgbClr val="434343"/>
              </a:buClr>
              <a:buSzPts val="1200"/>
              <a:buFont typeface="Roboto Condensed Light"/>
              <a:buChar char="●"/>
              <a:defRPr>
                <a:solidFill>
                  <a:srgbClr val="434343"/>
                </a:solidFill>
              </a:defRPr>
            </a:lvl4pPr>
            <a:lvl5pPr marL="2286000" lvl="4" indent="-304800" algn="l">
              <a:lnSpc>
                <a:spcPct val="115000"/>
              </a:lnSpc>
              <a:spcBef>
                <a:spcPts val="0"/>
              </a:spcBef>
              <a:spcAft>
                <a:spcPts val="0"/>
              </a:spcAft>
              <a:buClr>
                <a:srgbClr val="434343"/>
              </a:buClr>
              <a:buSzPts val="1200"/>
              <a:buFont typeface="Roboto Condensed Light"/>
              <a:buChar char="○"/>
              <a:defRPr>
                <a:solidFill>
                  <a:srgbClr val="434343"/>
                </a:solidFill>
              </a:defRPr>
            </a:lvl5pPr>
            <a:lvl6pPr marL="2743200" lvl="5" indent="-304800" algn="l">
              <a:lnSpc>
                <a:spcPct val="115000"/>
              </a:lnSpc>
              <a:spcBef>
                <a:spcPts val="0"/>
              </a:spcBef>
              <a:spcAft>
                <a:spcPts val="0"/>
              </a:spcAft>
              <a:buClr>
                <a:srgbClr val="434343"/>
              </a:buClr>
              <a:buSzPts val="1200"/>
              <a:buFont typeface="Roboto Condensed Light"/>
              <a:buChar char="■"/>
              <a:defRPr>
                <a:solidFill>
                  <a:srgbClr val="434343"/>
                </a:solidFill>
              </a:defRPr>
            </a:lvl6pPr>
            <a:lvl7pPr marL="3200400" lvl="6" indent="-304800" algn="l">
              <a:lnSpc>
                <a:spcPct val="115000"/>
              </a:lnSpc>
              <a:spcBef>
                <a:spcPts val="0"/>
              </a:spcBef>
              <a:spcAft>
                <a:spcPts val="0"/>
              </a:spcAft>
              <a:buClr>
                <a:srgbClr val="434343"/>
              </a:buClr>
              <a:buSzPts val="1200"/>
              <a:buFont typeface="Roboto Condensed Light"/>
              <a:buChar char="●"/>
              <a:defRPr>
                <a:solidFill>
                  <a:srgbClr val="434343"/>
                </a:solidFill>
              </a:defRPr>
            </a:lvl7pPr>
            <a:lvl8pPr marL="3657600" lvl="7" indent="-304800" algn="l">
              <a:lnSpc>
                <a:spcPct val="115000"/>
              </a:lnSpc>
              <a:spcBef>
                <a:spcPts val="0"/>
              </a:spcBef>
              <a:spcAft>
                <a:spcPts val="0"/>
              </a:spcAft>
              <a:buClr>
                <a:srgbClr val="434343"/>
              </a:buClr>
              <a:buSzPts val="1200"/>
              <a:buFont typeface="Roboto Condensed Light"/>
              <a:buChar char="○"/>
              <a:defRPr>
                <a:solidFill>
                  <a:srgbClr val="434343"/>
                </a:solidFill>
              </a:defRPr>
            </a:lvl8pPr>
            <a:lvl9pPr marL="4114800" lvl="8" indent="-304800" algn="l">
              <a:lnSpc>
                <a:spcPct val="115000"/>
              </a:lnSpc>
              <a:spcBef>
                <a:spcPts val="0"/>
              </a:spcBef>
              <a:spcAft>
                <a:spcPts val="0"/>
              </a:spcAft>
              <a:buClr>
                <a:srgbClr val="434343"/>
              </a:buClr>
              <a:buSzPts val="1200"/>
              <a:buFont typeface="Roboto Condensed Light"/>
              <a:buChar char="■"/>
              <a:defRPr>
                <a:solidFill>
                  <a:srgbClr val="434343"/>
                </a:solidFill>
              </a:defRPr>
            </a:lvl9pPr>
          </a:lstStyle>
          <a:p>
            <a:endParaRPr/>
          </a:p>
        </p:txBody>
      </p:sp>
      <p:grpSp>
        <p:nvGrpSpPr>
          <p:cNvPr id="904" name="Google Shape;904;p49"/>
          <p:cNvGrpSpPr/>
          <p:nvPr/>
        </p:nvGrpSpPr>
        <p:grpSpPr>
          <a:xfrm>
            <a:off x="-913828" y="-2335097"/>
            <a:ext cx="5022160" cy="4764814"/>
            <a:chOff x="-837628" y="-2258897"/>
            <a:chExt cx="5022160" cy="4764814"/>
          </a:xfrm>
        </p:grpSpPr>
        <p:grpSp>
          <p:nvGrpSpPr>
            <p:cNvPr id="905" name="Google Shape;905;p49"/>
            <p:cNvGrpSpPr/>
            <p:nvPr/>
          </p:nvGrpSpPr>
          <p:grpSpPr>
            <a:xfrm>
              <a:off x="-837628" y="-736613"/>
              <a:ext cx="1989039" cy="1471668"/>
              <a:chOff x="-494405" y="-252396"/>
              <a:chExt cx="1741563" cy="1288563"/>
            </a:xfrm>
          </p:grpSpPr>
          <p:sp>
            <p:nvSpPr>
              <p:cNvPr id="906" name="Google Shape;906;p49"/>
              <p:cNvSpPr/>
              <p:nvPr/>
            </p:nvSpPr>
            <p:spPr>
              <a:xfrm rot="2700000">
                <a:off x="137431"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7" name="Google Shape;907;p49"/>
              <p:cNvSpPr/>
              <p:nvPr/>
            </p:nvSpPr>
            <p:spPr>
              <a:xfrm rot="2700000">
                <a:off x="-315569"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908" name="Google Shape;908;p49"/>
            <p:cNvGrpSpPr/>
            <p:nvPr/>
          </p:nvGrpSpPr>
          <p:grpSpPr>
            <a:xfrm rot="-8100000">
              <a:off x="344623" y="-1788220"/>
              <a:ext cx="2915004" cy="3823461"/>
              <a:chOff x="2976325" y="908175"/>
              <a:chExt cx="4028179" cy="5283555"/>
            </a:xfrm>
          </p:grpSpPr>
          <p:sp>
            <p:nvSpPr>
              <p:cNvPr id="909" name="Google Shape;909;p49"/>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0" name="Google Shape;910;p49"/>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1" name="Google Shape;911;p49"/>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912" name="Google Shape;912;p49"/>
            <p:cNvGrpSpPr/>
            <p:nvPr/>
          </p:nvGrpSpPr>
          <p:grpSpPr>
            <a:xfrm>
              <a:off x="-272968" y="261330"/>
              <a:ext cx="799446" cy="546640"/>
              <a:chOff x="39723" y="4349021"/>
              <a:chExt cx="1061964" cy="726143"/>
            </a:xfrm>
          </p:grpSpPr>
          <p:grpSp>
            <p:nvGrpSpPr>
              <p:cNvPr id="913" name="Google Shape;913;p49"/>
              <p:cNvGrpSpPr/>
              <p:nvPr/>
            </p:nvGrpSpPr>
            <p:grpSpPr>
              <a:xfrm rot="2700000">
                <a:off x="140502" y="4460924"/>
                <a:ext cx="524584" cy="502337"/>
                <a:chOff x="1189791" y="-1767331"/>
                <a:chExt cx="904284" cy="865933"/>
              </a:xfrm>
            </p:grpSpPr>
            <p:sp>
              <p:nvSpPr>
                <p:cNvPr id="914" name="Google Shape;914;p49"/>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15" name="Google Shape;915;p49"/>
                <p:cNvGrpSpPr/>
                <p:nvPr/>
              </p:nvGrpSpPr>
              <p:grpSpPr>
                <a:xfrm>
                  <a:off x="1232795" y="-1740829"/>
                  <a:ext cx="717622" cy="717393"/>
                  <a:chOff x="1483457" y="3953671"/>
                  <a:chExt cx="717622" cy="717393"/>
                </a:xfrm>
              </p:grpSpPr>
              <p:sp>
                <p:nvSpPr>
                  <p:cNvPr id="916" name="Google Shape;916;p49"/>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7" name="Google Shape;917;p49"/>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8" name="Google Shape;918;p49"/>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9" name="Google Shape;919;p49"/>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0" name="Google Shape;920;p49"/>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921" name="Google Shape;921;p49"/>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922" name="Google Shape;922;p49"/>
          <p:cNvGrpSpPr/>
          <p:nvPr/>
        </p:nvGrpSpPr>
        <p:grpSpPr>
          <a:xfrm>
            <a:off x="-224248" y="3297090"/>
            <a:ext cx="605803" cy="2417785"/>
            <a:chOff x="-224248" y="3297090"/>
            <a:chExt cx="605803" cy="2417785"/>
          </a:xfrm>
        </p:grpSpPr>
        <p:grpSp>
          <p:nvGrpSpPr>
            <p:cNvPr id="923" name="Google Shape;923;p49"/>
            <p:cNvGrpSpPr/>
            <p:nvPr/>
          </p:nvGrpSpPr>
          <p:grpSpPr>
            <a:xfrm>
              <a:off x="143770" y="3630885"/>
              <a:ext cx="237785" cy="2083990"/>
              <a:chOff x="1040050" y="3812126"/>
              <a:chExt cx="208200" cy="1824700"/>
            </a:xfrm>
          </p:grpSpPr>
          <p:sp>
            <p:nvSpPr>
              <p:cNvPr id="924" name="Google Shape;924;p49"/>
              <p:cNvSpPr/>
              <p:nvPr/>
            </p:nvSpPr>
            <p:spPr>
              <a:xfrm>
                <a:off x="1040050" y="3812126"/>
                <a:ext cx="12550" cy="1824700"/>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srgbClr>
                  </a:gs>
                  <a:gs pos="100000">
                    <a:srgbClr val="FFFFFF">
                      <a:alpha val="46666"/>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5" name="Google Shape;925;p49"/>
              <p:cNvSpPr/>
              <p:nvPr/>
            </p:nvSpPr>
            <p:spPr>
              <a:xfrm>
                <a:off x="1235741" y="3812126"/>
                <a:ext cx="12509" cy="1824700"/>
              </a:xfrm>
              <a:custGeom>
                <a:avLst/>
                <a:gdLst/>
                <a:ahLst/>
                <a:cxnLst/>
                <a:rect l="l" t="t" r="r" b="b"/>
                <a:pathLst>
                  <a:path w="305" h="27731" extrusionOk="0">
                    <a:moveTo>
                      <a:pt x="0" y="1"/>
                    </a:moveTo>
                    <a:lnTo>
                      <a:pt x="0" y="27730"/>
                    </a:lnTo>
                    <a:lnTo>
                      <a:pt x="305" y="27730"/>
                    </a:lnTo>
                    <a:lnTo>
                      <a:pt x="305"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926" name="Google Shape;926;p49"/>
            <p:cNvGrpSpPr/>
            <p:nvPr/>
          </p:nvGrpSpPr>
          <p:grpSpPr>
            <a:xfrm rot="10800000">
              <a:off x="-224248" y="3297090"/>
              <a:ext cx="439200" cy="439100"/>
              <a:chOff x="1101075" y="2142375"/>
              <a:chExt cx="439200" cy="439100"/>
            </a:xfrm>
          </p:grpSpPr>
          <p:sp>
            <p:nvSpPr>
              <p:cNvPr id="927" name="Google Shape;927;p49"/>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8" name="Google Shape;928;p49"/>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929" name="Google Shape;929;p49"/>
          <p:cNvGrpSpPr/>
          <p:nvPr/>
        </p:nvGrpSpPr>
        <p:grpSpPr>
          <a:xfrm>
            <a:off x="3585480" y="-1456810"/>
            <a:ext cx="3681466" cy="2759625"/>
            <a:chOff x="3585480" y="-1380610"/>
            <a:chExt cx="3681466" cy="2759625"/>
          </a:xfrm>
        </p:grpSpPr>
        <p:pic>
          <p:nvPicPr>
            <p:cNvPr id="930" name="Google Shape;930;p49"/>
            <p:cNvPicPr preferRelativeResize="0"/>
            <p:nvPr/>
          </p:nvPicPr>
          <p:blipFill rotWithShape="1">
            <a:blip r:embed="rId2">
              <a:alphaModFix/>
            </a:blip>
            <a:srcRect l="16960" t="24719" r="7121" b="26177"/>
            <a:stretch/>
          </p:blipFill>
          <p:spPr>
            <a:xfrm rot="10800000" flipH="1">
              <a:off x="3585480" y="-1380610"/>
              <a:ext cx="3615750" cy="2759625"/>
            </a:xfrm>
            <a:prstGeom prst="rect">
              <a:avLst/>
            </a:prstGeom>
            <a:noFill/>
            <a:ln>
              <a:noFill/>
            </a:ln>
          </p:spPr>
        </p:pic>
        <p:grpSp>
          <p:nvGrpSpPr>
            <p:cNvPr id="931" name="Google Shape;931;p49"/>
            <p:cNvGrpSpPr/>
            <p:nvPr/>
          </p:nvGrpSpPr>
          <p:grpSpPr>
            <a:xfrm>
              <a:off x="6590156" y="-232440"/>
              <a:ext cx="676790" cy="462843"/>
              <a:chOff x="39723" y="4349021"/>
              <a:chExt cx="1061964" cy="726143"/>
            </a:xfrm>
          </p:grpSpPr>
          <p:grpSp>
            <p:nvGrpSpPr>
              <p:cNvPr id="932" name="Google Shape;932;p49"/>
              <p:cNvGrpSpPr/>
              <p:nvPr/>
            </p:nvGrpSpPr>
            <p:grpSpPr>
              <a:xfrm rot="2700000">
                <a:off x="140502" y="4460924"/>
                <a:ext cx="524584" cy="502337"/>
                <a:chOff x="1189791" y="-1767331"/>
                <a:chExt cx="904284" cy="865933"/>
              </a:xfrm>
            </p:grpSpPr>
            <p:sp>
              <p:nvSpPr>
                <p:cNvPr id="933" name="Google Shape;933;p49"/>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34" name="Google Shape;934;p49"/>
                <p:cNvGrpSpPr/>
                <p:nvPr/>
              </p:nvGrpSpPr>
              <p:grpSpPr>
                <a:xfrm>
                  <a:off x="1232795" y="-1740829"/>
                  <a:ext cx="717622" cy="717393"/>
                  <a:chOff x="1483457" y="3953671"/>
                  <a:chExt cx="717622" cy="717393"/>
                </a:xfrm>
              </p:grpSpPr>
              <p:sp>
                <p:nvSpPr>
                  <p:cNvPr id="935" name="Google Shape;935;p49"/>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6" name="Google Shape;936;p49"/>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7" name="Google Shape;937;p49"/>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8" name="Google Shape;938;p49"/>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9" name="Google Shape;939;p49"/>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940" name="Google Shape;940;p49"/>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941" name="Google Shape;941;p49"/>
            <p:cNvGrpSpPr/>
            <p:nvPr/>
          </p:nvGrpSpPr>
          <p:grpSpPr>
            <a:xfrm>
              <a:off x="6003005" y="-274104"/>
              <a:ext cx="799446" cy="546640"/>
              <a:chOff x="39723" y="4349021"/>
              <a:chExt cx="1061964" cy="726143"/>
            </a:xfrm>
          </p:grpSpPr>
          <p:grpSp>
            <p:nvGrpSpPr>
              <p:cNvPr id="942" name="Google Shape;942;p49"/>
              <p:cNvGrpSpPr/>
              <p:nvPr/>
            </p:nvGrpSpPr>
            <p:grpSpPr>
              <a:xfrm rot="2700000">
                <a:off x="140502" y="4460924"/>
                <a:ext cx="524584" cy="502337"/>
                <a:chOff x="1189791" y="-1767331"/>
                <a:chExt cx="904284" cy="865933"/>
              </a:xfrm>
            </p:grpSpPr>
            <p:sp>
              <p:nvSpPr>
                <p:cNvPr id="943" name="Google Shape;943;p49"/>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44" name="Google Shape;944;p49"/>
                <p:cNvGrpSpPr/>
                <p:nvPr/>
              </p:nvGrpSpPr>
              <p:grpSpPr>
                <a:xfrm>
                  <a:off x="1232795" y="-1740829"/>
                  <a:ext cx="717622" cy="717393"/>
                  <a:chOff x="1483457" y="3953671"/>
                  <a:chExt cx="717622" cy="717393"/>
                </a:xfrm>
              </p:grpSpPr>
              <p:sp>
                <p:nvSpPr>
                  <p:cNvPr id="945" name="Google Shape;945;p49"/>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6" name="Google Shape;946;p49"/>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7" name="Google Shape;947;p49"/>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8" name="Google Shape;948;p49"/>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9" name="Google Shape;949;p49"/>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950" name="Google Shape;950;p49"/>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3">
  <p:cSld name="CUSTOM_10_1_1">
    <p:spTree>
      <p:nvGrpSpPr>
        <p:cNvPr id="1" name="Shape 951"/>
        <p:cNvGrpSpPr/>
        <p:nvPr/>
      </p:nvGrpSpPr>
      <p:grpSpPr>
        <a:xfrm>
          <a:off x="0" y="0"/>
          <a:ext cx="0" cy="0"/>
          <a:chOff x="0" y="0"/>
          <a:chExt cx="0" cy="0"/>
        </a:xfrm>
      </p:grpSpPr>
      <p:sp>
        <p:nvSpPr>
          <p:cNvPr id="952" name="Google Shape;952;p53"/>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a:endParaRPr/>
          </a:p>
        </p:txBody>
      </p:sp>
      <p:grpSp>
        <p:nvGrpSpPr>
          <p:cNvPr id="953" name="Google Shape;953;p53"/>
          <p:cNvGrpSpPr/>
          <p:nvPr/>
        </p:nvGrpSpPr>
        <p:grpSpPr>
          <a:xfrm>
            <a:off x="-2176651" y="-112745"/>
            <a:ext cx="4680670" cy="5935195"/>
            <a:chOff x="-2176651" y="-112745"/>
            <a:chExt cx="4680670" cy="5935195"/>
          </a:xfrm>
        </p:grpSpPr>
        <p:grpSp>
          <p:nvGrpSpPr>
            <p:cNvPr id="954" name="Google Shape;954;p53"/>
            <p:cNvGrpSpPr/>
            <p:nvPr/>
          </p:nvGrpSpPr>
          <p:grpSpPr>
            <a:xfrm>
              <a:off x="-2176651" y="-112745"/>
              <a:ext cx="4680670" cy="5935195"/>
              <a:chOff x="-2176651" y="-112745"/>
              <a:chExt cx="4680670" cy="5935195"/>
            </a:xfrm>
          </p:grpSpPr>
          <p:sp>
            <p:nvSpPr>
              <p:cNvPr id="955" name="Google Shape;955;p53"/>
              <p:cNvSpPr/>
              <p:nvPr/>
            </p:nvSpPr>
            <p:spPr>
              <a:xfrm rot="-2700000">
                <a:off x="-1523974" y="2178291"/>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56" name="Google Shape;956;p53"/>
              <p:cNvGrpSpPr/>
              <p:nvPr/>
            </p:nvGrpSpPr>
            <p:grpSpPr>
              <a:xfrm rot="-2700000">
                <a:off x="10491" y="4440580"/>
                <a:ext cx="582044" cy="582419"/>
                <a:chOff x="959750" y="3039275"/>
                <a:chExt cx="582050" cy="582425"/>
              </a:xfrm>
            </p:grpSpPr>
            <p:sp>
              <p:nvSpPr>
                <p:cNvPr id="957" name="Google Shape;957;p53"/>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37254"/>
                      </a:srgbClr>
                    </a:gs>
                    <a:gs pos="100000">
                      <a:srgbClr val="FFFFFF">
                        <a:alpha val="37254"/>
                      </a:srgbClr>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8" name="Google Shape;958;p53"/>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37254"/>
                      </a:srgbClr>
                    </a:gs>
                    <a:gs pos="100000">
                      <a:srgbClr val="FFFFFF">
                        <a:alpha val="37254"/>
                      </a:srgbClr>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9" name="Google Shape;959;p53"/>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37254"/>
                      </a:srgbClr>
                    </a:gs>
                    <a:gs pos="100000">
                      <a:srgbClr val="FFFFFF">
                        <a:alpha val="37254"/>
                      </a:srgbClr>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0" name="Google Shape;960;p53"/>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37254"/>
                      </a:srgbClr>
                    </a:gs>
                    <a:gs pos="100000">
                      <a:srgbClr val="FFFFFF">
                        <a:alpha val="37254"/>
                      </a:srgbClr>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1" name="Google Shape;961;p53"/>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37254"/>
                      </a:srgbClr>
                    </a:gs>
                    <a:gs pos="100000">
                      <a:srgbClr val="FFFFFF">
                        <a:alpha val="37254"/>
                      </a:srgbClr>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2" name="Google Shape;962;p53"/>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37254"/>
                      </a:srgbClr>
                    </a:gs>
                    <a:gs pos="100000">
                      <a:srgbClr val="FFFFFF">
                        <a:alpha val="37254"/>
                      </a:srgbClr>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3" name="Google Shape;963;p53"/>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37254"/>
                      </a:srgbClr>
                    </a:gs>
                    <a:gs pos="100000">
                      <a:srgbClr val="FFFFFF">
                        <a:alpha val="37254"/>
                      </a:srgbClr>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964" name="Google Shape;964;p53"/>
              <p:cNvGrpSpPr/>
              <p:nvPr/>
            </p:nvGrpSpPr>
            <p:grpSpPr>
              <a:xfrm rot="-2700000">
                <a:off x="-183259" y="2704590"/>
                <a:ext cx="582044" cy="582419"/>
                <a:chOff x="959750" y="3039275"/>
                <a:chExt cx="582050" cy="582425"/>
              </a:xfrm>
            </p:grpSpPr>
            <p:sp>
              <p:nvSpPr>
                <p:cNvPr id="965" name="Google Shape;965;p53"/>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EB9109">
                        <a:alpha val="37254"/>
                      </a:srgbClr>
                    </a:gs>
                    <a:gs pos="78000">
                      <a:srgbClr val="F5F8FF">
                        <a:alpha val="37254"/>
                      </a:srgbClr>
                    </a:gs>
                    <a:gs pos="100000">
                      <a:srgbClr val="F5F8FF">
                        <a:alpha val="37254"/>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6" name="Google Shape;966;p53"/>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EB9109">
                        <a:alpha val="37254"/>
                      </a:srgbClr>
                    </a:gs>
                    <a:gs pos="78000">
                      <a:srgbClr val="F5F8FF">
                        <a:alpha val="37254"/>
                      </a:srgbClr>
                    </a:gs>
                    <a:gs pos="100000">
                      <a:srgbClr val="F5F8FF">
                        <a:alpha val="37254"/>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7" name="Google Shape;967;p53"/>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EB9109">
                        <a:alpha val="37254"/>
                      </a:srgbClr>
                    </a:gs>
                    <a:gs pos="78000">
                      <a:srgbClr val="F5F8FF">
                        <a:alpha val="37254"/>
                      </a:srgbClr>
                    </a:gs>
                    <a:gs pos="100000">
                      <a:srgbClr val="F5F8FF">
                        <a:alpha val="37254"/>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8" name="Google Shape;968;p53"/>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EB9109">
                        <a:alpha val="37254"/>
                      </a:srgbClr>
                    </a:gs>
                    <a:gs pos="78000">
                      <a:srgbClr val="F5F8FF">
                        <a:alpha val="37254"/>
                      </a:srgbClr>
                    </a:gs>
                    <a:gs pos="100000">
                      <a:srgbClr val="F5F8FF">
                        <a:alpha val="37254"/>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9" name="Google Shape;969;p53"/>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EB9109">
                        <a:alpha val="37254"/>
                      </a:srgbClr>
                    </a:gs>
                    <a:gs pos="78000">
                      <a:srgbClr val="F5F8FF">
                        <a:alpha val="37254"/>
                      </a:srgbClr>
                    </a:gs>
                    <a:gs pos="100000">
                      <a:srgbClr val="F5F8FF">
                        <a:alpha val="37254"/>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0" name="Google Shape;970;p53"/>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EB9109">
                        <a:alpha val="37254"/>
                      </a:srgbClr>
                    </a:gs>
                    <a:gs pos="78000">
                      <a:srgbClr val="F5F8FF">
                        <a:alpha val="37254"/>
                      </a:srgbClr>
                    </a:gs>
                    <a:gs pos="100000">
                      <a:srgbClr val="F5F8FF">
                        <a:alpha val="37254"/>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1" name="Google Shape;971;p53"/>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EB9109">
                        <a:alpha val="37254"/>
                      </a:srgbClr>
                    </a:gs>
                    <a:gs pos="78000">
                      <a:srgbClr val="F5F8FF">
                        <a:alpha val="37254"/>
                      </a:srgbClr>
                    </a:gs>
                    <a:gs pos="100000">
                      <a:srgbClr val="F5F8FF">
                        <a:alpha val="37254"/>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972" name="Google Shape;972;p53"/>
              <p:cNvSpPr/>
              <p:nvPr/>
            </p:nvSpPr>
            <p:spPr>
              <a:xfrm rot="2700000" flipH="1">
                <a:off x="-1073899" y="473691"/>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973" name="Google Shape;973;p53"/>
            <p:cNvGrpSpPr/>
            <p:nvPr/>
          </p:nvGrpSpPr>
          <p:grpSpPr>
            <a:xfrm>
              <a:off x="-234425" y="3727550"/>
              <a:ext cx="439200" cy="439100"/>
              <a:chOff x="1101075" y="2142375"/>
              <a:chExt cx="439200" cy="439100"/>
            </a:xfrm>
          </p:grpSpPr>
          <p:sp>
            <p:nvSpPr>
              <p:cNvPr id="974" name="Google Shape;974;p5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5" name="Google Shape;975;p5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976" name="Google Shape;976;p53"/>
            <p:cNvGrpSpPr/>
            <p:nvPr/>
          </p:nvGrpSpPr>
          <p:grpSpPr>
            <a:xfrm rot="10800000">
              <a:off x="713225" y="4931225"/>
              <a:ext cx="439200" cy="439100"/>
              <a:chOff x="1101075" y="2142375"/>
              <a:chExt cx="439200" cy="439100"/>
            </a:xfrm>
          </p:grpSpPr>
          <p:sp>
            <p:nvSpPr>
              <p:cNvPr id="977" name="Google Shape;977;p5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8" name="Google Shape;978;p5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979" name="Google Shape;979;p53"/>
          <p:cNvGrpSpPr/>
          <p:nvPr/>
        </p:nvGrpSpPr>
        <p:grpSpPr>
          <a:xfrm>
            <a:off x="6642300" y="-415700"/>
            <a:ext cx="4558967" cy="1887074"/>
            <a:chOff x="6566100" y="-415700"/>
            <a:chExt cx="4558967" cy="1887074"/>
          </a:xfrm>
        </p:grpSpPr>
        <p:pic>
          <p:nvPicPr>
            <p:cNvPr id="980" name="Google Shape;980;p53"/>
            <p:cNvPicPr preferRelativeResize="0"/>
            <p:nvPr/>
          </p:nvPicPr>
          <p:blipFill rotWithShape="1">
            <a:blip r:embed="rId2">
              <a:alphaModFix/>
            </a:blip>
            <a:srcRect l="16960" t="24719" r="7121" b="26177"/>
            <a:stretch/>
          </p:blipFill>
          <p:spPr>
            <a:xfrm>
              <a:off x="8278550" y="-392375"/>
              <a:ext cx="2441950" cy="1863749"/>
            </a:xfrm>
            <a:prstGeom prst="rect">
              <a:avLst/>
            </a:prstGeom>
            <a:noFill/>
            <a:ln>
              <a:noFill/>
            </a:ln>
          </p:spPr>
        </p:pic>
        <p:grpSp>
          <p:nvGrpSpPr>
            <p:cNvPr id="981" name="Google Shape;981;p53"/>
            <p:cNvGrpSpPr/>
            <p:nvPr/>
          </p:nvGrpSpPr>
          <p:grpSpPr>
            <a:xfrm rot="5400000">
              <a:off x="7714063" y="-991384"/>
              <a:ext cx="1433416" cy="2584783"/>
              <a:chOff x="-363162" y="-645597"/>
              <a:chExt cx="1433416" cy="2584783"/>
            </a:xfrm>
          </p:grpSpPr>
          <p:grpSp>
            <p:nvGrpSpPr>
              <p:cNvPr id="982" name="Google Shape;982;p53"/>
              <p:cNvGrpSpPr/>
              <p:nvPr/>
            </p:nvGrpSpPr>
            <p:grpSpPr>
              <a:xfrm rot="10800000">
                <a:off x="-64596" y="-645597"/>
                <a:ext cx="1134850" cy="2370192"/>
                <a:chOff x="-575575" y="3685599"/>
                <a:chExt cx="1421049" cy="2967933"/>
              </a:xfrm>
            </p:grpSpPr>
            <p:sp>
              <p:nvSpPr>
                <p:cNvPr id="983" name="Google Shape;983;p53"/>
                <p:cNvSpPr/>
                <p:nvPr/>
              </p:nvSpPr>
              <p:spPr>
                <a:xfrm>
                  <a:off x="-575575" y="36855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4" name="Google Shape;984;p53"/>
                <p:cNvSpPr/>
                <p:nvPr/>
              </p:nvSpPr>
              <p:spPr>
                <a:xfrm rot="10800000">
                  <a:off x="-575573" y="3820175"/>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985" name="Google Shape;985;p53"/>
              <p:cNvSpPr/>
              <p:nvPr/>
            </p:nvSpPr>
            <p:spPr>
              <a:xfrm>
                <a:off x="0" y="361650"/>
                <a:ext cx="581991" cy="575861"/>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6" name="Google Shape;986;p53"/>
              <p:cNvSpPr/>
              <p:nvPr/>
            </p:nvSpPr>
            <p:spPr>
              <a:xfrm>
                <a:off x="131225" y="0"/>
                <a:ext cx="581991" cy="575861"/>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87" name="Google Shape;987;p53"/>
              <p:cNvGrpSpPr/>
              <p:nvPr/>
            </p:nvGrpSpPr>
            <p:grpSpPr>
              <a:xfrm rot="-2700000" flipH="1">
                <a:off x="-216370" y="1084101"/>
                <a:ext cx="708093" cy="708493"/>
                <a:chOff x="3678700" y="407275"/>
                <a:chExt cx="708100" cy="708500"/>
              </a:xfrm>
            </p:grpSpPr>
            <p:sp>
              <p:nvSpPr>
                <p:cNvPr id="988" name="Google Shape;988;p53"/>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9" name="Google Shape;989;p53"/>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0" name="Google Shape;990;p53"/>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1" name="Google Shape;991;p53"/>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2" name="Google Shape;992;p53"/>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3" name="Google Shape;993;p53"/>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4" name="Google Shape;994;p53"/>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9900FF">
                        <a:alpha val="46666"/>
                      </a:srgbClr>
                    </a:gs>
                    <a:gs pos="100000">
                      <a:srgbClr val="FFFFFF">
                        <a:alpha val="46666"/>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995" name="Google Shape;995;p53"/>
            <p:cNvGrpSpPr/>
            <p:nvPr/>
          </p:nvGrpSpPr>
          <p:grpSpPr>
            <a:xfrm rot="10800000">
              <a:off x="6566100" y="233963"/>
              <a:ext cx="4558967" cy="134100"/>
              <a:chOff x="796100" y="3019701"/>
              <a:chExt cx="4558967" cy="134100"/>
            </a:xfrm>
          </p:grpSpPr>
          <p:sp>
            <p:nvSpPr>
              <p:cNvPr id="996" name="Google Shape;996;p53"/>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997" name="Google Shape;997;p53"/>
              <p:cNvCxnSpPr/>
              <p:nvPr/>
            </p:nvCxnSpPr>
            <p:spPr>
              <a:xfrm>
                <a:off x="796100" y="3086750"/>
                <a:ext cx="4462800" cy="0"/>
              </a:xfrm>
              <a:prstGeom prst="straightConnector1">
                <a:avLst/>
              </a:prstGeom>
              <a:noFill/>
              <a:ln w="9525" cap="flat" cmpd="sng">
                <a:solidFill>
                  <a:schemeClr val="dk2"/>
                </a:solidFill>
                <a:prstDash val="solid"/>
                <a:round/>
                <a:headEnd type="none" w="sm" len="sm"/>
                <a:tailEnd type="none" w="sm" len="sm"/>
              </a:ln>
            </p:spPr>
          </p:cxnSp>
          <p:sp>
            <p:nvSpPr>
              <p:cNvPr id="998" name="Google Shape;998;p53"/>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2">
  <p:cSld name="CUSTOM_4_1">
    <p:spTree>
      <p:nvGrpSpPr>
        <p:cNvPr id="1" name="Shape 999"/>
        <p:cNvGrpSpPr/>
        <p:nvPr/>
      </p:nvGrpSpPr>
      <p:grpSpPr>
        <a:xfrm>
          <a:off x="0" y="0"/>
          <a:ext cx="0" cy="0"/>
          <a:chOff x="0" y="0"/>
          <a:chExt cx="0" cy="0"/>
        </a:xfrm>
      </p:grpSpPr>
      <p:sp>
        <p:nvSpPr>
          <p:cNvPr id="1000" name="Google Shape;1000;p54"/>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1001" name="Google Shape;1001;p54"/>
          <p:cNvSpPr txBox="1">
            <a:spLocks noGrp="1"/>
          </p:cNvSpPr>
          <p:nvPr>
            <p:ph type="body" idx="1"/>
          </p:nvPr>
        </p:nvSpPr>
        <p:spPr>
          <a:xfrm>
            <a:off x="720000" y="1139550"/>
            <a:ext cx="4528500" cy="6978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Clr>
                <a:srgbClr val="434343"/>
              </a:buClr>
              <a:buSzPts val="1200"/>
              <a:buAutoNum type="arabicPeriod"/>
              <a:defRPr/>
            </a:lvl1pPr>
            <a:lvl2pPr marL="914400" lvl="1" indent="-304800" algn="l">
              <a:lnSpc>
                <a:spcPct val="115000"/>
              </a:lnSpc>
              <a:spcBef>
                <a:spcPts val="0"/>
              </a:spcBef>
              <a:spcAft>
                <a:spcPts val="0"/>
              </a:spcAft>
              <a:buClr>
                <a:srgbClr val="434343"/>
              </a:buClr>
              <a:buSzPts val="1200"/>
              <a:buFont typeface="Roboto Condensed Light"/>
              <a:buAutoNum type="alphaLcPeriod"/>
              <a:defRPr>
                <a:solidFill>
                  <a:srgbClr val="434343"/>
                </a:solidFill>
              </a:defRPr>
            </a:lvl2pPr>
            <a:lvl3pPr marL="1371600" lvl="2" indent="-304800" algn="l">
              <a:lnSpc>
                <a:spcPct val="115000"/>
              </a:lnSpc>
              <a:spcBef>
                <a:spcPts val="0"/>
              </a:spcBef>
              <a:spcAft>
                <a:spcPts val="0"/>
              </a:spcAft>
              <a:buClr>
                <a:srgbClr val="434343"/>
              </a:buClr>
              <a:buSzPts val="1200"/>
              <a:buFont typeface="Roboto Condensed Light"/>
              <a:buAutoNum type="romanLcPeriod"/>
              <a:defRPr>
                <a:solidFill>
                  <a:srgbClr val="434343"/>
                </a:solidFill>
              </a:defRPr>
            </a:lvl3pPr>
            <a:lvl4pPr marL="1828800" lvl="3" indent="-304800" algn="l">
              <a:lnSpc>
                <a:spcPct val="115000"/>
              </a:lnSpc>
              <a:spcBef>
                <a:spcPts val="0"/>
              </a:spcBef>
              <a:spcAft>
                <a:spcPts val="0"/>
              </a:spcAft>
              <a:buClr>
                <a:srgbClr val="434343"/>
              </a:buClr>
              <a:buSzPts val="1200"/>
              <a:buFont typeface="Roboto Condensed Light"/>
              <a:buAutoNum type="arabicPeriod"/>
              <a:defRPr>
                <a:solidFill>
                  <a:srgbClr val="434343"/>
                </a:solidFill>
              </a:defRPr>
            </a:lvl4pPr>
            <a:lvl5pPr marL="2286000" lvl="4" indent="-304800" algn="l">
              <a:lnSpc>
                <a:spcPct val="115000"/>
              </a:lnSpc>
              <a:spcBef>
                <a:spcPts val="0"/>
              </a:spcBef>
              <a:spcAft>
                <a:spcPts val="0"/>
              </a:spcAft>
              <a:buClr>
                <a:srgbClr val="434343"/>
              </a:buClr>
              <a:buSzPts val="1200"/>
              <a:buFont typeface="Roboto Condensed Light"/>
              <a:buAutoNum type="alphaLcPeriod"/>
              <a:defRPr>
                <a:solidFill>
                  <a:srgbClr val="434343"/>
                </a:solidFill>
              </a:defRPr>
            </a:lvl5pPr>
            <a:lvl6pPr marL="2743200" lvl="5" indent="-304800" algn="l">
              <a:lnSpc>
                <a:spcPct val="115000"/>
              </a:lnSpc>
              <a:spcBef>
                <a:spcPts val="0"/>
              </a:spcBef>
              <a:spcAft>
                <a:spcPts val="0"/>
              </a:spcAft>
              <a:buClr>
                <a:srgbClr val="434343"/>
              </a:buClr>
              <a:buSzPts val="1200"/>
              <a:buFont typeface="Roboto Condensed Light"/>
              <a:buAutoNum type="romanLcPeriod"/>
              <a:defRPr>
                <a:solidFill>
                  <a:srgbClr val="434343"/>
                </a:solidFill>
              </a:defRPr>
            </a:lvl6pPr>
            <a:lvl7pPr marL="3200400" lvl="6" indent="-304800" algn="l">
              <a:lnSpc>
                <a:spcPct val="115000"/>
              </a:lnSpc>
              <a:spcBef>
                <a:spcPts val="0"/>
              </a:spcBef>
              <a:spcAft>
                <a:spcPts val="0"/>
              </a:spcAft>
              <a:buClr>
                <a:srgbClr val="434343"/>
              </a:buClr>
              <a:buSzPts val="1200"/>
              <a:buFont typeface="Roboto Condensed Light"/>
              <a:buAutoNum type="arabicPeriod"/>
              <a:defRPr>
                <a:solidFill>
                  <a:srgbClr val="434343"/>
                </a:solidFill>
              </a:defRPr>
            </a:lvl7pPr>
            <a:lvl8pPr marL="3657600" lvl="7" indent="-304800" algn="l">
              <a:lnSpc>
                <a:spcPct val="115000"/>
              </a:lnSpc>
              <a:spcBef>
                <a:spcPts val="0"/>
              </a:spcBef>
              <a:spcAft>
                <a:spcPts val="0"/>
              </a:spcAft>
              <a:buClr>
                <a:srgbClr val="434343"/>
              </a:buClr>
              <a:buSzPts val="1200"/>
              <a:buFont typeface="Roboto Condensed Light"/>
              <a:buAutoNum type="alphaLcPeriod"/>
              <a:defRPr>
                <a:solidFill>
                  <a:srgbClr val="434343"/>
                </a:solidFill>
              </a:defRPr>
            </a:lvl8pPr>
            <a:lvl9pPr marL="4114800" lvl="8" indent="-304800" algn="l">
              <a:lnSpc>
                <a:spcPct val="115000"/>
              </a:lnSpc>
              <a:spcBef>
                <a:spcPts val="0"/>
              </a:spcBef>
              <a:spcAft>
                <a:spcPts val="0"/>
              </a:spcAft>
              <a:buClr>
                <a:srgbClr val="434343"/>
              </a:buClr>
              <a:buSzPts val="1200"/>
              <a:buFont typeface="Roboto Condensed Light"/>
              <a:buAutoNum type="romanLcPeriod"/>
              <a:defRPr>
                <a:solidFill>
                  <a:srgbClr val="434343"/>
                </a:solidFill>
              </a:defRPr>
            </a:lvl9pPr>
          </a:lstStyle>
          <a:p>
            <a:endParaRPr/>
          </a:p>
        </p:txBody>
      </p:sp>
      <p:grpSp>
        <p:nvGrpSpPr>
          <p:cNvPr id="1002" name="Google Shape;1002;p54"/>
          <p:cNvGrpSpPr/>
          <p:nvPr/>
        </p:nvGrpSpPr>
        <p:grpSpPr>
          <a:xfrm>
            <a:off x="6846993" y="-1382193"/>
            <a:ext cx="4230595" cy="4230595"/>
            <a:chOff x="6597168" y="-1305993"/>
            <a:chExt cx="4230595" cy="4230595"/>
          </a:xfrm>
        </p:grpSpPr>
        <p:sp>
          <p:nvSpPr>
            <p:cNvPr id="1003" name="Google Shape;1003;p54"/>
            <p:cNvSpPr/>
            <p:nvPr/>
          </p:nvSpPr>
          <p:spPr>
            <a:xfrm rot="-8100000" flipH="1">
              <a:off x="7249845" y="-719557"/>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4" name="Google Shape;1004;p54"/>
            <p:cNvSpPr/>
            <p:nvPr/>
          </p:nvSpPr>
          <p:spPr>
            <a:xfrm>
              <a:off x="8355611" y="-292048"/>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5" name="Google Shape;1005;p54"/>
            <p:cNvSpPr/>
            <p:nvPr/>
          </p:nvSpPr>
          <p:spPr>
            <a:xfrm>
              <a:off x="8608100" y="70376"/>
              <a:ext cx="687411" cy="2086997"/>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006" name="Google Shape;1006;p54"/>
            <p:cNvGrpSpPr/>
            <p:nvPr/>
          </p:nvGrpSpPr>
          <p:grpSpPr>
            <a:xfrm>
              <a:off x="8449011" y="1244697"/>
              <a:ext cx="134100" cy="134100"/>
              <a:chOff x="-1999139" y="3143772"/>
              <a:chExt cx="134100" cy="134100"/>
            </a:xfrm>
          </p:grpSpPr>
          <p:sp>
            <p:nvSpPr>
              <p:cNvPr id="1007" name="Google Shape;1007;p54"/>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8" name="Google Shape;1008;p54"/>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09" name="Google Shape;1009;p54"/>
            <p:cNvGrpSpPr/>
            <p:nvPr/>
          </p:nvGrpSpPr>
          <p:grpSpPr>
            <a:xfrm>
              <a:off x="8577286" y="2178484"/>
              <a:ext cx="134100" cy="134100"/>
              <a:chOff x="-1999139" y="3143772"/>
              <a:chExt cx="134100" cy="134100"/>
            </a:xfrm>
          </p:grpSpPr>
          <p:sp>
            <p:nvSpPr>
              <p:cNvPr id="1010" name="Google Shape;1010;p54"/>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1" name="Google Shape;1011;p54"/>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12" name="Google Shape;1012;p54"/>
            <p:cNvGrpSpPr/>
            <p:nvPr/>
          </p:nvGrpSpPr>
          <p:grpSpPr>
            <a:xfrm>
              <a:off x="8526386" y="311022"/>
              <a:ext cx="134004" cy="134004"/>
              <a:chOff x="8356813" y="1074288"/>
              <a:chExt cx="351900" cy="351900"/>
            </a:xfrm>
          </p:grpSpPr>
          <p:sp>
            <p:nvSpPr>
              <p:cNvPr id="1013" name="Google Shape;1013;p5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4" name="Google Shape;1014;p5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1015" name="Google Shape;1015;p54"/>
            <p:cNvPicPr preferRelativeResize="0"/>
            <p:nvPr/>
          </p:nvPicPr>
          <p:blipFill rotWithShape="1">
            <a:blip r:embed="rId2">
              <a:alphaModFix/>
            </a:blip>
            <a:srcRect l="16960" t="24719" r="7121" b="26177"/>
            <a:stretch/>
          </p:blipFill>
          <p:spPr>
            <a:xfrm>
              <a:off x="6929350" y="-1036475"/>
              <a:ext cx="2441950" cy="1863749"/>
            </a:xfrm>
            <a:prstGeom prst="rect">
              <a:avLst/>
            </a:prstGeom>
            <a:noFill/>
            <a:ln>
              <a:noFill/>
            </a:ln>
          </p:spPr>
        </p:pic>
      </p:grpSp>
      <p:grpSp>
        <p:nvGrpSpPr>
          <p:cNvPr id="1016" name="Google Shape;1016;p54"/>
          <p:cNvGrpSpPr/>
          <p:nvPr/>
        </p:nvGrpSpPr>
        <p:grpSpPr>
          <a:xfrm rot="5400000">
            <a:off x="-1981526" y="1924689"/>
            <a:ext cx="6191221" cy="6191221"/>
            <a:chOff x="-2825828" y="1271890"/>
            <a:chExt cx="6191221" cy="6191221"/>
          </a:xfrm>
        </p:grpSpPr>
        <p:pic>
          <p:nvPicPr>
            <p:cNvPr id="1017" name="Google Shape;1017;p54"/>
            <p:cNvPicPr preferRelativeResize="0"/>
            <p:nvPr/>
          </p:nvPicPr>
          <p:blipFill rotWithShape="1">
            <a:blip r:embed="rId2">
              <a:alphaModFix/>
            </a:blip>
            <a:srcRect l="16960" t="24719" r="7121" b="26177"/>
            <a:stretch/>
          </p:blipFill>
          <p:spPr>
            <a:xfrm>
              <a:off x="-680950" y="3866725"/>
              <a:ext cx="2441950" cy="1863749"/>
            </a:xfrm>
            <a:prstGeom prst="rect">
              <a:avLst/>
            </a:prstGeom>
            <a:noFill/>
            <a:ln>
              <a:noFill/>
            </a:ln>
          </p:spPr>
        </p:pic>
        <p:grpSp>
          <p:nvGrpSpPr>
            <p:cNvPr id="1018" name="Google Shape;1018;p54"/>
            <p:cNvGrpSpPr/>
            <p:nvPr/>
          </p:nvGrpSpPr>
          <p:grpSpPr>
            <a:xfrm>
              <a:off x="-2825828" y="1271890"/>
              <a:ext cx="6191221" cy="6191221"/>
              <a:chOff x="-2825828" y="1271890"/>
              <a:chExt cx="6191221" cy="6191221"/>
            </a:xfrm>
          </p:grpSpPr>
          <p:sp>
            <p:nvSpPr>
              <p:cNvPr id="1019" name="Google Shape;1019;p54"/>
              <p:cNvSpPr/>
              <p:nvPr/>
            </p:nvSpPr>
            <p:spPr>
              <a:xfrm rot="2700000" flipH="1">
                <a:off x="-1733384" y="1992813"/>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0" name="Google Shape;1020;p54"/>
              <p:cNvSpPr/>
              <p:nvPr/>
            </p:nvSpPr>
            <p:spPr>
              <a:xfrm rot="2700000" flipH="1">
                <a:off x="-1192832" y="2500186"/>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021" name="Google Shape;1021;p54"/>
              <p:cNvGrpSpPr/>
              <p:nvPr/>
            </p:nvGrpSpPr>
            <p:grpSpPr>
              <a:xfrm rot="10800000">
                <a:off x="384881" y="3042905"/>
                <a:ext cx="134100" cy="134100"/>
                <a:chOff x="-1999139" y="3143772"/>
                <a:chExt cx="134100" cy="134100"/>
              </a:xfrm>
            </p:grpSpPr>
            <p:sp>
              <p:nvSpPr>
                <p:cNvPr id="1022" name="Google Shape;1022;p54"/>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3" name="Google Shape;1023;p54"/>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24" name="Google Shape;1024;p54"/>
              <p:cNvGrpSpPr/>
              <p:nvPr/>
            </p:nvGrpSpPr>
            <p:grpSpPr>
              <a:xfrm rot="10800000">
                <a:off x="146106" y="3710980"/>
                <a:ext cx="134100" cy="134100"/>
                <a:chOff x="-1999139" y="3143772"/>
                <a:chExt cx="134100" cy="134100"/>
              </a:xfrm>
            </p:grpSpPr>
            <p:sp>
              <p:nvSpPr>
                <p:cNvPr id="1025" name="Google Shape;1025;p54"/>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6" name="Google Shape;1026;p54"/>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27" name="Google Shape;1027;p54"/>
              <p:cNvGrpSpPr/>
              <p:nvPr/>
            </p:nvGrpSpPr>
            <p:grpSpPr>
              <a:xfrm>
                <a:off x="-102297" y="3780153"/>
                <a:ext cx="939901" cy="2449421"/>
                <a:chOff x="-102297" y="3780153"/>
                <a:chExt cx="939901" cy="2449421"/>
              </a:xfrm>
            </p:grpSpPr>
            <p:sp>
              <p:nvSpPr>
                <p:cNvPr id="1028" name="Google Shape;1028;p54"/>
                <p:cNvSpPr/>
                <p:nvPr/>
              </p:nvSpPr>
              <p:spPr>
                <a:xfrm rot="10800000">
                  <a:off x="260154" y="4254866"/>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9" name="Google Shape;1029;p54"/>
                <p:cNvSpPr/>
                <p:nvPr/>
              </p:nvSpPr>
              <p:spPr>
                <a:xfrm rot="10800000">
                  <a:off x="-102297" y="3780153"/>
                  <a:ext cx="687411" cy="2086997"/>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030" name="Google Shape;1030;p54"/>
                <p:cNvGrpSpPr/>
                <p:nvPr/>
              </p:nvGrpSpPr>
              <p:grpSpPr>
                <a:xfrm rot="10800000">
                  <a:off x="532825" y="5492502"/>
                  <a:ext cx="134004" cy="134004"/>
                  <a:chOff x="8356813" y="1074288"/>
                  <a:chExt cx="351900" cy="351900"/>
                </a:xfrm>
              </p:grpSpPr>
              <p:sp>
                <p:nvSpPr>
                  <p:cNvPr id="1031" name="Google Shape;1031;p5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2" name="Google Shape;1032;p5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033"/>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034"/>
        <p:cNvGrpSpPr/>
        <p:nvPr/>
      </p:nvGrpSpPr>
      <p:grpSpPr>
        <a:xfrm>
          <a:off x="0" y="0"/>
          <a:ext cx="0" cy="0"/>
          <a:chOff x="0" y="0"/>
          <a:chExt cx="0" cy="0"/>
        </a:xfrm>
      </p:grpSpPr>
      <p:grpSp>
        <p:nvGrpSpPr>
          <p:cNvPr id="1035" name="Google Shape;1035;p56"/>
          <p:cNvGrpSpPr/>
          <p:nvPr/>
        </p:nvGrpSpPr>
        <p:grpSpPr>
          <a:xfrm>
            <a:off x="-623241" y="3925887"/>
            <a:ext cx="2833357" cy="1517787"/>
            <a:chOff x="-623241" y="3849687"/>
            <a:chExt cx="2833357" cy="1517787"/>
          </a:xfrm>
        </p:grpSpPr>
        <p:grpSp>
          <p:nvGrpSpPr>
            <p:cNvPr id="1036" name="Google Shape;1036;p56"/>
            <p:cNvGrpSpPr/>
            <p:nvPr/>
          </p:nvGrpSpPr>
          <p:grpSpPr>
            <a:xfrm rot="5400000">
              <a:off x="-879113" y="4155104"/>
              <a:ext cx="1517787" cy="906953"/>
              <a:chOff x="-55500" y="4835979"/>
              <a:chExt cx="1517787" cy="906953"/>
            </a:xfrm>
          </p:grpSpPr>
          <p:sp>
            <p:nvSpPr>
              <p:cNvPr id="1037" name="Google Shape;1037;p56"/>
              <p:cNvSpPr/>
              <p:nvPr/>
            </p:nvSpPr>
            <p:spPr>
              <a:xfrm>
                <a:off x="-55500" y="48951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alpha val="31372"/>
                    </a:srgbClr>
                  </a:gs>
                  <a:gs pos="22000">
                    <a:srgbClr val="F5F8FF">
                      <a:alpha val="31372"/>
                    </a:srgbClr>
                  </a:gs>
                  <a:gs pos="45000">
                    <a:srgbClr val="FFFFFF">
                      <a:alpha val="31372"/>
                    </a:srgbClr>
                  </a:gs>
                  <a:gs pos="100000">
                    <a:srgbClr val="0C0A9E">
                      <a:alpha val="31372"/>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8" name="Google Shape;1038;p56"/>
              <p:cNvSpPr/>
              <p:nvPr/>
            </p:nvSpPr>
            <p:spPr>
              <a:xfrm>
                <a:off x="522674" y="49517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9" name="Google Shape;1039;p56"/>
              <p:cNvSpPr/>
              <p:nvPr/>
            </p:nvSpPr>
            <p:spPr>
              <a:xfrm>
                <a:off x="401812" y="5185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alpha val="31372"/>
                    </a:srgbClr>
                  </a:gs>
                  <a:gs pos="22000">
                    <a:srgbClr val="F5F8FF">
                      <a:alpha val="31372"/>
                    </a:srgbClr>
                  </a:gs>
                  <a:gs pos="45000">
                    <a:srgbClr val="FFFFFF">
                      <a:alpha val="31372"/>
                    </a:srgbClr>
                  </a:gs>
                  <a:gs pos="100000">
                    <a:srgbClr val="0C0A9E">
                      <a:alpha val="31372"/>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0" name="Google Shape;1040;p56"/>
              <p:cNvSpPr/>
              <p:nvPr/>
            </p:nvSpPr>
            <p:spPr>
              <a:xfrm>
                <a:off x="880250" y="48359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41" name="Google Shape;1041;p56"/>
            <p:cNvGrpSpPr/>
            <p:nvPr/>
          </p:nvGrpSpPr>
          <p:grpSpPr>
            <a:xfrm>
              <a:off x="-623241" y="3946425"/>
              <a:ext cx="2833357" cy="1421047"/>
              <a:chOff x="-677366" y="4067275"/>
              <a:chExt cx="2833357" cy="1421047"/>
            </a:xfrm>
          </p:grpSpPr>
          <p:sp>
            <p:nvSpPr>
              <p:cNvPr id="1042" name="Google Shape;1042;p56"/>
              <p:cNvSpPr/>
              <p:nvPr/>
            </p:nvSpPr>
            <p:spPr>
              <a:xfrm rot="5400000">
                <a:off x="28789" y="33611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043" name="Google Shape;1043;p56"/>
              <p:cNvGrpSpPr/>
              <p:nvPr/>
            </p:nvGrpSpPr>
            <p:grpSpPr>
              <a:xfrm>
                <a:off x="317735" y="4614472"/>
                <a:ext cx="161977" cy="161940"/>
                <a:chOff x="1101075" y="2142375"/>
                <a:chExt cx="439200" cy="439100"/>
              </a:xfrm>
            </p:grpSpPr>
            <p:sp>
              <p:nvSpPr>
                <p:cNvPr id="1044" name="Google Shape;1044;p5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5" name="Google Shape;1045;p5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46" name="Google Shape;1046;p56"/>
              <p:cNvGrpSpPr/>
              <p:nvPr/>
            </p:nvGrpSpPr>
            <p:grpSpPr>
              <a:xfrm rot="10800000">
                <a:off x="1700151" y="5032693"/>
                <a:ext cx="161977" cy="161940"/>
                <a:chOff x="1101075" y="2142375"/>
                <a:chExt cx="439200" cy="439100"/>
              </a:xfrm>
            </p:grpSpPr>
            <p:sp>
              <p:nvSpPr>
                <p:cNvPr id="1047" name="Google Shape;1047;p5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8" name="Google Shape;1048;p5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1049" name="Google Shape;1049;p56"/>
            <p:cNvSpPr/>
            <p:nvPr/>
          </p:nvSpPr>
          <p:spPr>
            <a:xfrm rot="-5400000">
              <a:off x="289120" y="3696219"/>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50" name="Google Shape;1050;p56"/>
          <p:cNvGrpSpPr/>
          <p:nvPr/>
        </p:nvGrpSpPr>
        <p:grpSpPr>
          <a:xfrm>
            <a:off x="6323926" y="-1678249"/>
            <a:ext cx="4189198" cy="3065874"/>
            <a:chOff x="6171526" y="-1678249"/>
            <a:chExt cx="4189198" cy="3065874"/>
          </a:xfrm>
        </p:grpSpPr>
        <p:sp>
          <p:nvSpPr>
            <p:cNvPr id="1051" name="Google Shape;1051;p56"/>
            <p:cNvSpPr/>
            <p:nvPr/>
          </p:nvSpPr>
          <p:spPr>
            <a:xfrm rot="-5400000">
              <a:off x="6808863" y="-808395"/>
              <a:ext cx="1558682"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052" name="Google Shape;1052;p56"/>
            <p:cNvPicPr preferRelativeResize="0"/>
            <p:nvPr/>
          </p:nvPicPr>
          <p:blipFill rotWithShape="1">
            <a:blip r:embed="rId2">
              <a:alphaModFix/>
            </a:blip>
            <a:srcRect l="16960" t="24719" r="7121" b="26177"/>
            <a:stretch/>
          </p:blipFill>
          <p:spPr>
            <a:xfrm>
              <a:off x="6587425" y="-1678249"/>
              <a:ext cx="3773299" cy="2879876"/>
            </a:xfrm>
            <a:prstGeom prst="rect">
              <a:avLst/>
            </a:prstGeom>
            <a:noFill/>
            <a:ln>
              <a:noFill/>
            </a:ln>
          </p:spPr>
        </p:pic>
        <p:sp>
          <p:nvSpPr>
            <p:cNvPr id="1053" name="Google Shape;1053;p56"/>
            <p:cNvSpPr/>
            <p:nvPr/>
          </p:nvSpPr>
          <p:spPr>
            <a:xfrm>
              <a:off x="8292929" y="-80469"/>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054" name="Google Shape;1054;p56"/>
            <p:cNvGrpSpPr/>
            <p:nvPr/>
          </p:nvGrpSpPr>
          <p:grpSpPr>
            <a:xfrm rot="-2700000">
              <a:off x="8302147" y="61289"/>
              <a:ext cx="582044" cy="582419"/>
              <a:chOff x="959750" y="3039275"/>
              <a:chExt cx="582050" cy="582425"/>
            </a:xfrm>
          </p:grpSpPr>
          <p:sp>
            <p:nvSpPr>
              <p:cNvPr id="1055" name="Google Shape;1055;p56"/>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37254"/>
                    </a:srgbClr>
                  </a:gs>
                  <a:gs pos="100000">
                    <a:srgbClr val="FFFFFF">
                      <a:alpha val="37254"/>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6" name="Google Shape;1056;p56"/>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37254"/>
                    </a:srgbClr>
                  </a:gs>
                  <a:gs pos="100000">
                    <a:srgbClr val="FFFFFF">
                      <a:alpha val="37254"/>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7" name="Google Shape;1057;p56"/>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37254"/>
                    </a:srgbClr>
                  </a:gs>
                  <a:gs pos="100000">
                    <a:srgbClr val="FFFFFF">
                      <a:alpha val="37254"/>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8" name="Google Shape;1058;p56"/>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37254"/>
                    </a:srgbClr>
                  </a:gs>
                  <a:gs pos="100000">
                    <a:srgbClr val="FFFFFF">
                      <a:alpha val="37254"/>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9" name="Google Shape;1059;p56"/>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37254"/>
                    </a:srgbClr>
                  </a:gs>
                  <a:gs pos="100000">
                    <a:srgbClr val="FFFFFF">
                      <a:alpha val="37254"/>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0" name="Google Shape;1060;p56"/>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37254"/>
                    </a:srgbClr>
                  </a:gs>
                  <a:gs pos="100000">
                    <a:srgbClr val="FFFFFF">
                      <a:alpha val="37254"/>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1" name="Google Shape;1061;p56"/>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37254"/>
                    </a:srgbClr>
                  </a:gs>
                  <a:gs pos="100000">
                    <a:srgbClr val="FFFFFF">
                      <a:alpha val="37254"/>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62" name="Google Shape;1062;p56"/>
            <p:cNvGrpSpPr/>
            <p:nvPr/>
          </p:nvGrpSpPr>
          <p:grpSpPr>
            <a:xfrm rot="-2700000">
              <a:off x="8551447" y="61289"/>
              <a:ext cx="582044" cy="582419"/>
              <a:chOff x="959750" y="3039275"/>
              <a:chExt cx="582050" cy="582425"/>
            </a:xfrm>
          </p:grpSpPr>
          <p:sp>
            <p:nvSpPr>
              <p:cNvPr id="1063" name="Google Shape;1063;p56"/>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37254"/>
                    </a:srgbClr>
                  </a:gs>
                  <a:gs pos="100000">
                    <a:srgbClr val="FFFFFF">
                      <a:alpha val="37254"/>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4" name="Google Shape;1064;p56"/>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37254"/>
                    </a:srgbClr>
                  </a:gs>
                  <a:gs pos="100000">
                    <a:srgbClr val="FFFFFF">
                      <a:alpha val="37254"/>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5" name="Google Shape;1065;p56"/>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37254"/>
                    </a:srgbClr>
                  </a:gs>
                  <a:gs pos="100000">
                    <a:srgbClr val="FFFFFF">
                      <a:alpha val="37254"/>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6" name="Google Shape;1066;p56"/>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37254"/>
                    </a:srgbClr>
                  </a:gs>
                  <a:gs pos="100000">
                    <a:srgbClr val="FFFFFF">
                      <a:alpha val="37254"/>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7" name="Google Shape;1067;p56"/>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37254"/>
                    </a:srgbClr>
                  </a:gs>
                  <a:gs pos="100000">
                    <a:srgbClr val="FFFFFF">
                      <a:alpha val="37254"/>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8" name="Google Shape;1068;p56"/>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37254"/>
                    </a:srgbClr>
                  </a:gs>
                  <a:gs pos="100000">
                    <a:srgbClr val="FFFFFF">
                      <a:alpha val="37254"/>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9" name="Google Shape;1069;p56"/>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37254"/>
                    </a:srgbClr>
                  </a:gs>
                  <a:gs pos="100000">
                    <a:srgbClr val="FFFFFF">
                      <a:alpha val="37254"/>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1070" name="Google Shape;1070;p56"/>
          <p:cNvGrpSpPr/>
          <p:nvPr/>
        </p:nvGrpSpPr>
        <p:grpSpPr>
          <a:xfrm rot="2700000">
            <a:off x="8945322" y="2352177"/>
            <a:ext cx="439196" cy="439096"/>
            <a:chOff x="1101075" y="2142375"/>
            <a:chExt cx="439200" cy="439100"/>
          </a:xfrm>
        </p:grpSpPr>
        <p:sp>
          <p:nvSpPr>
            <p:cNvPr id="1071" name="Google Shape;1071;p5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2" name="Google Shape;1072;p5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ackground 1">
  <p:cSld name="CUSTOM_9_1">
    <p:bg>
      <p:bgPr>
        <a:solidFill>
          <a:schemeClr val="dk2"/>
        </a:solidFill>
        <a:effectLst/>
      </p:bgPr>
    </p:bg>
    <p:spTree>
      <p:nvGrpSpPr>
        <p:cNvPr id="1" name="Shape 1073"/>
        <p:cNvGrpSpPr/>
        <p:nvPr/>
      </p:nvGrpSpPr>
      <p:grpSpPr>
        <a:xfrm>
          <a:off x="0" y="0"/>
          <a:ext cx="0" cy="0"/>
          <a:chOff x="0" y="0"/>
          <a:chExt cx="0" cy="0"/>
        </a:xfrm>
      </p:grpSpPr>
      <p:grpSp>
        <p:nvGrpSpPr>
          <p:cNvPr id="1074" name="Google Shape;1074;p57"/>
          <p:cNvGrpSpPr/>
          <p:nvPr/>
        </p:nvGrpSpPr>
        <p:grpSpPr>
          <a:xfrm>
            <a:off x="8332551" y="-7"/>
            <a:ext cx="2386151" cy="3293872"/>
            <a:chOff x="8256352" y="-7"/>
            <a:chExt cx="2386151" cy="3293872"/>
          </a:xfrm>
        </p:grpSpPr>
        <p:pic>
          <p:nvPicPr>
            <p:cNvPr id="1075" name="Google Shape;1075;p57"/>
            <p:cNvPicPr preferRelativeResize="0"/>
            <p:nvPr/>
          </p:nvPicPr>
          <p:blipFill rotWithShape="1">
            <a:blip r:embed="rId2">
              <a:alphaModFix/>
            </a:blip>
            <a:srcRect l="16960" t="24719" r="7121" b="26177"/>
            <a:stretch/>
          </p:blipFill>
          <p:spPr>
            <a:xfrm rot="5400000">
              <a:off x="7886227" y="537590"/>
              <a:ext cx="3126400" cy="2386151"/>
            </a:xfrm>
            <a:prstGeom prst="rect">
              <a:avLst/>
            </a:prstGeom>
            <a:noFill/>
            <a:ln>
              <a:noFill/>
            </a:ln>
          </p:spPr>
        </p:pic>
        <p:grpSp>
          <p:nvGrpSpPr>
            <p:cNvPr id="1076" name="Google Shape;1076;p57"/>
            <p:cNvGrpSpPr/>
            <p:nvPr/>
          </p:nvGrpSpPr>
          <p:grpSpPr>
            <a:xfrm rot="10800000">
              <a:off x="8452443" y="-7"/>
              <a:ext cx="325155" cy="1788670"/>
              <a:chOff x="8869019" y="-622132"/>
              <a:chExt cx="325155" cy="1788670"/>
            </a:xfrm>
          </p:grpSpPr>
          <p:sp>
            <p:nvSpPr>
              <p:cNvPr id="1077" name="Google Shape;1077;p57"/>
              <p:cNvSpPr/>
              <p:nvPr/>
            </p:nvSpPr>
            <p:spPr>
              <a:xfrm rot="10800000">
                <a:off x="8869019" y="-622132"/>
                <a:ext cx="246869" cy="1703243"/>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078" name="Google Shape;1078;p57"/>
              <p:cNvGrpSpPr/>
              <p:nvPr/>
            </p:nvGrpSpPr>
            <p:grpSpPr>
              <a:xfrm rot="1800062">
                <a:off x="9035610" y="1007995"/>
                <a:ext cx="134040" cy="134009"/>
                <a:chOff x="1101075" y="2142375"/>
                <a:chExt cx="439200" cy="439100"/>
              </a:xfrm>
            </p:grpSpPr>
            <p:sp>
              <p:nvSpPr>
                <p:cNvPr id="1079" name="Google Shape;1079;p57"/>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0" name="Google Shape;1080;p57"/>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grpSp>
        <p:nvGrpSpPr>
          <p:cNvPr id="1081" name="Google Shape;1081;p57"/>
          <p:cNvGrpSpPr/>
          <p:nvPr/>
        </p:nvGrpSpPr>
        <p:grpSpPr>
          <a:xfrm>
            <a:off x="-213525" y="171225"/>
            <a:ext cx="439200" cy="439100"/>
            <a:chOff x="1101075" y="2142375"/>
            <a:chExt cx="439200" cy="439100"/>
          </a:xfrm>
        </p:grpSpPr>
        <p:sp>
          <p:nvSpPr>
            <p:cNvPr id="1082" name="Google Shape;1082;p57"/>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3" name="Google Shape;1083;p57"/>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84" name="Google Shape;1084;p57"/>
          <p:cNvGrpSpPr/>
          <p:nvPr/>
        </p:nvGrpSpPr>
        <p:grpSpPr>
          <a:xfrm>
            <a:off x="-1262974" y="3161327"/>
            <a:ext cx="4822591" cy="2934500"/>
            <a:chOff x="-1186774" y="3161328"/>
            <a:chExt cx="4822591" cy="2934500"/>
          </a:xfrm>
        </p:grpSpPr>
        <p:pic>
          <p:nvPicPr>
            <p:cNvPr id="1085" name="Google Shape;1085;p57"/>
            <p:cNvPicPr preferRelativeResize="0"/>
            <p:nvPr/>
          </p:nvPicPr>
          <p:blipFill rotWithShape="1">
            <a:blip r:embed="rId2">
              <a:alphaModFix/>
            </a:blip>
            <a:srcRect l="16960" t="24719" r="7121" b="26177"/>
            <a:stretch/>
          </p:blipFill>
          <p:spPr>
            <a:xfrm rot="5400000">
              <a:off x="-1534175" y="3508728"/>
              <a:ext cx="2934500" cy="2239699"/>
            </a:xfrm>
            <a:prstGeom prst="rect">
              <a:avLst/>
            </a:prstGeom>
            <a:noFill/>
            <a:ln>
              <a:noFill/>
            </a:ln>
          </p:spPr>
        </p:pic>
        <p:sp>
          <p:nvSpPr>
            <p:cNvPr id="1086" name="Google Shape;1086;p57"/>
            <p:cNvSpPr/>
            <p:nvPr/>
          </p:nvSpPr>
          <p:spPr>
            <a:xfrm rot="-5400000">
              <a:off x="-184180" y="3596444"/>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087" name="Google Shape;1087;p57"/>
            <p:cNvGrpSpPr/>
            <p:nvPr/>
          </p:nvGrpSpPr>
          <p:grpSpPr>
            <a:xfrm>
              <a:off x="58899" y="4608583"/>
              <a:ext cx="604346" cy="657081"/>
              <a:chOff x="58899" y="4608583"/>
              <a:chExt cx="604346" cy="657081"/>
            </a:xfrm>
          </p:grpSpPr>
          <p:grpSp>
            <p:nvGrpSpPr>
              <p:cNvPr id="1088" name="Google Shape;1088;p57"/>
              <p:cNvGrpSpPr/>
              <p:nvPr/>
            </p:nvGrpSpPr>
            <p:grpSpPr>
              <a:xfrm rot="10800000">
                <a:off x="58899" y="4608583"/>
                <a:ext cx="328346" cy="328531"/>
                <a:chOff x="3678700" y="407275"/>
                <a:chExt cx="708100" cy="708500"/>
              </a:xfrm>
            </p:grpSpPr>
            <p:sp>
              <p:nvSpPr>
                <p:cNvPr id="1089" name="Google Shape;1089;p57"/>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0" name="Google Shape;1090;p57"/>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1" name="Google Shape;1091;p57"/>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2" name="Google Shape;1092;p57"/>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3" name="Google Shape;1093;p57"/>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4" name="Google Shape;1094;p57"/>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5" name="Google Shape;1095;p57"/>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96" name="Google Shape;1096;p57"/>
              <p:cNvGrpSpPr/>
              <p:nvPr/>
            </p:nvGrpSpPr>
            <p:grpSpPr>
              <a:xfrm rot="10800000">
                <a:off x="334899" y="4608583"/>
                <a:ext cx="328346" cy="328531"/>
                <a:chOff x="3678700" y="407275"/>
                <a:chExt cx="708100" cy="708500"/>
              </a:xfrm>
            </p:grpSpPr>
            <p:sp>
              <p:nvSpPr>
                <p:cNvPr id="1097" name="Google Shape;1097;p57"/>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46666"/>
                      </a:srgbClr>
                    </a:gs>
                    <a:gs pos="100000">
                      <a:srgbClr val="FFFFFF">
                        <a:alpha val="46666"/>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8" name="Google Shape;1098;p57"/>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46666"/>
                      </a:srgbClr>
                    </a:gs>
                    <a:gs pos="100000">
                      <a:srgbClr val="FFFFFF">
                        <a:alpha val="46666"/>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9" name="Google Shape;1099;p57"/>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46666"/>
                      </a:srgbClr>
                    </a:gs>
                    <a:gs pos="100000">
                      <a:srgbClr val="FFFFFF">
                        <a:alpha val="46666"/>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0" name="Google Shape;1100;p57"/>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46666"/>
                      </a:srgbClr>
                    </a:gs>
                    <a:gs pos="100000">
                      <a:srgbClr val="FFFFFF">
                        <a:alpha val="46666"/>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1" name="Google Shape;1101;p57"/>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46666"/>
                      </a:srgbClr>
                    </a:gs>
                    <a:gs pos="100000">
                      <a:srgbClr val="FFFFFF">
                        <a:alpha val="46666"/>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2" name="Google Shape;1102;p57"/>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46666"/>
                      </a:srgbClr>
                    </a:gs>
                    <a:gs pos="100000">
                      <a:srgbClr val="FFFFFF">
                        <a:alpha val="46666"/>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3" name="Google Shape;1103;p57"/>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46666"/>
                      </a:srgbClr>
                    </a:gs>
                    <a:gs pos="100000">
                      <a:srgbClr val="FFFFFF">
                        <a:alpha val="46666"/>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04" name="Google Shape;1104;p57"/>
              <p:cNvGrpSpPr/>
              <p:nvPr/>
            </p:nvGrpSpPr>
            <p:grpSpPr>
              <a:xfrm rot="10800000">
                <a:off x="282574" y="4937133"/>
                <a:ext cx="328346" cy="328531"/>
                <a:chOff x="3678700" y="407275"/>
                <a:chExt cx="708100" cy="708500"/>
              </a:xfrm>
            </p:grpSpPr>
            <p:sp>
              <p:nvSpPr>
                <p:cNvPr id="1105" name="Google Shape;1105;p57"/>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46666"/>
                      </a:srgbClr>
                    </a:gs>
                    <a:gs pos="100000">
                      <a:srgbClr val="FFFFFF">
                        <a:alpha val="46666"/>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6" name="Google Shape;1106;p57"/>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46666"/>
                      </a:srgbClr>
                    </a:gs>
                    <a:gs pos="100000">
                      <a:srgbClr val="FFFFFF">
                        <a:alpha val="46666"/>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7" name="Google Shape;1107;p57"/>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46666"/>
                      </a:srgbClr>
                    </a:gs>
                    <a:gs pos="100000">
                      <a:srgbClr val="FFFFFF">
                        <a:alpha val="46666"/>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8" name="Google Shape;1108;p57"/>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46666"/>
                      </a:srgbClr>
                    </a:gs>
                    <a:gs pos="100000">
                      <a:srgbClr val="FFFFFF">
                        <a:alpha val="46666"/>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9" name="Google Shape;1109;p57"/>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46666"/>
                      </a:srgbClr>
                    </a:gs>
                    <a:gs pos="100000">
                      <a:srgbClr val="FFFFFF">
                        <a:alpha val="46666"/>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0" name="Google Shape;1110;p57"/>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46666"/>
                      </a:srgbClr>
                    </a:gs>
                    <a:gs pos="100000">
                      <a:srgbClr val="FFFFFF">
                        <a:alpha val="46666"/>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1" name="Google Shape;1111;p57"/>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46666"/>
                      </a:srgbClr>
                    </a:gs>
                    <a:gs pos="100000">
                      <a:srgbClr val="FFFFFF">
                        <a:alpha val="46666"/>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1112" name="Google Shape;1112;p57"/>
            <p:cNvGrpSpPr/>
            <p:nvPr/>
          </p:nvGrpSpPr>
          <p:grpSpPr>
            <a:xfrm>
              <a:off x="-923150" y="4796551"/>
              <a:ext cx="4558967" cy="134100"/>
              <a:chOff x="796100" y="3019701"/>
              <a:chExt cx="4558967" cy="134100"/>
            </a:xfrm>
          </p:grpSpPr>
          <p:sp>
            <p:nvSpPr>
              <p:cNvPr id="1113" name="Google Shape;1113;p57"/>
              <p:cNvSpPr/>
              <p:nvPr/>
            </p:nvSpPr>
            <p:spPr>
              <a:xfrm>
                <a:off x="5220967" y="3019701"/>
                <a:ext cx="134100" cy="1341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114" name="Google Shape;1114;p57"/>
              <p:cNvCxnSpPr/>
              <p:nvPr/>
            </p:nvCxnSpPr>
            <p:spPr>
              <a:xfrm>
                <a:off x="796100" y="3086750"/>
                <a:ext cx="4462800" cy="0"/>
              </a:xfrm>
              <a:prstGeom prst="straightConnector1">
                <a:avLst/>
              </a:prstGeom>
              <a:noFill/>
              <a:ln w="9525" cap="flat" cmpd="sng">
                <a:solidFill>
                  <a:schemeClr val="lt1"/>
                </a:solidFill>
                <a:prstDash val="solid"/>
                <a:round/>
                <a:headEnd type="none" w="sm" len="sm"/>
                <a:tailEnd type="none" w="sm" len="sm"/>
              </a:ln>
            </p:spPr>
          </p:cxnSp>
          <p:sp>
            <p:nvSpPr>
              <p:cNvPr id="1115" name="Google Shape;1115;p57"/>
              <p:cNvSpPr/>
              <p:nvPr/>
            </p:nvSpPr>
            <p:spPr>
              <a:xfrm>
                <a:off x="5251079" y="3049843"/>
                <a:ext cx="73800" cy="738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34"/>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9pPr>
          </a:lstStyle>
          <a:p>
            <a:endParaRPr/>
          </a:p>
        </p:txBody>
      </p:sp>
      <p:sp>
        <p:nvSpPr>
          <p:cNvPr id="7" name="Google Shape;7;p34"/>
          <p:cNvSpPr txBox="1">
            <a:spLocks noGrp="1"/>
          </p:cNvSpPr>
          <p:nvPr>
            <p:ph type="body" idx="1"/>
          </p:nvPr>
        </p:nvSpPr>
        <p:spPr>
          <a:xfrm>
            <a:off x="713225" y="1152475"/>
            <a:ext cx="7681800" cy="34164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15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1pPr>
            <a:lvl2pPr marL="914400" marR="0" lvl="1" indent="-317500" algn="l" rtl="0">
              <a:lnSpc>
                <a:spcPct val="115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2pPr>
            <a:lvl3pPr marL="1371600" marR="0" lvl="2" indent="-317500" algn="l" rtl="0">
              <a:lnSpc>
                <a:spcPct val="115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3pPr>
            <a:lvl4pPr marL="1828800" marR="0" lvl="3" indent="-317500" algn="l" rtl="0">
              <a:lnSpc>
                <a:spcPct val="115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4pPr>
            <a:lvl5pPr marL="2286000" marR="0" lvl="4" indent="-317500" algn="l" rtl="0">
              <a:lnSpc>
                <a:spcPct val="115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5pPr>
            <a:lvl6pPr marL="2743200" marR="0" lvl="5" indent="-317500" algn="l" rtl="0">
              <a:lnSpc>
                <a:spcPct val="115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6pPr>
            <a:lvl7pPr marL="3200400" marR="0" lvl="6" indent="-317500" algn="l" rtl="0">
              <a:lnSpc>
                <a:spcPct val="115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7pPr>
            <a:lvl8pPr marL="3657600" marR="0" lvl="7" indent="-317500" algn="l" rtl="0">
              <a:lnSpc>
                <a:spcPct val="115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8pPr>
            <a:lvl9pPr marL="4114800" marR="0" lvl="8" indent="-317500" algn="l" rtl="0">
              <a:lnSpc>
                <a:spcPct val="115000"/>
              </a:lnSpc>
              <a:spcBef>
                <a:spcPts val="0"/>
              </a:spcBef>
              <a:spcAft>
                <a:spcPts val="0"/>
              </a:spcAft>
              <a:buClr>
                <a:schemeClr val="dk1"/>
              </a:buClr>
              <a:buSzPts val="1400"/>
              <a:buFont typeface="Poppins"/>
              <a:buChar char="■"/>
              <a:defRPr sz="1400" b="0" i="0" u="none" strike="noStrike" cap="none">
                <a:solidFill>
                  <a:schemeClr val="dk1"/>
                </a:solidFill>
                <a:latin typeface="Poppins"/>
                <a:ea typeface="Poppins"/>
                <a:cs typeface="Poppins"/>
                <a:sym typeface="Poppins"/>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19"/>
        <p:cNvGrpSpPr/>
        <p:nvPr/>
      </p:nvGrpSpPr>
      <p:grpSpPr>
        <a:xfrm>
          <a:off x="0" y="0"/>
          <a:ext cx="0" cy="0"/>
          <a:chOff x="0" y="0"/>
          <a:chExt cx="0" cy="0"/>
        </a:xfrm>
      </p:grpSpPr>
      <p:sp>
        <p:nvSpPr>
          <p:cNvPr id="1120" name="Google Shape;1120;p1"/>
          <p:cNvSpPr txBox="1">
            <a:spLocks noGrp="1"/>
          </p:cNvSpPr>
          <p:nvPr>
            <p:ph type="subTitle" idx="1"/>
          </p:nvPr>
        </p:nvSpPr>
        <p:spPr>
          <a:xfrm>
            <a:off x="1096850" y="3456250"/>
            <a:ext cx="5479200" cy="692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a:latin typeface="Arial"/>
                <a:ea typeface="Arial"/>
                <a:cs typeface="Arial"/>
                <a:sym typeface="Arial"/>
              </a:rPr>
              <a:t>3212021056 Δημήτριος Πράσσος</a:t>
            </a:r>
            <a:endParaRPr>
              <a:latin typeface="Arial"/>
              <a:ea typeface="Arial"/>
              <a:cs typeface="Arial"/>
              <a:sym typeface="Arial"/>
            </a:endParaRPr>
          </a:p>
          <a:p>
            <a:pPr marL="0" lvl="0" indent="0" algn="l" rtl="0">
              <a:lnSpc>
                <a:spcPct val="115000"/>
              </a:lnSpc>
              <a:spcBef>
                <a:spcPts val="0"/>
              </a:spcBef>
              <a:spcAft>
                <a:spcPts val="0"/>
              </a:spcAft>
              <a:buSzPts val="1400"/>
              <a:buNone/>
            </a:pPr>
            <a:r>
              <a:rPr lang="en">
                <a:latin typeface="Arial"/>
                <a:ea typeface="Arial"/>
                <a:cs typeface="Arial"/>
                <a:sym typeface="Arial"/>
              </a:rPr>
              <a:t>3212020119 Αχιλλεία Μαγαλιού </a:t>
            </a:r>
            <a:endParaRPr>
              <a:latin typeface="Arial"/>
              <a:ea typeface="Arial"/>
              <a:cs typeface="Arial"/>
              <a:sym typeface="Arial"/>
            </a:endParaRPr>
          </a:p>
          <a:p>
            <a:pPr marL="0" lvl="0" indent="0" algn="l" rtl="0">
              <a:lnSpc>
                <a:spcPct val="115000"/>
              </a:lnSpc>
              <a:spcBef>
                <a:spcPts val="0"/>
              </a:spcBef>
              <a:spcAft>
                <a:spcPts val="0"/>
              </a:spcAft>
              <a:buSzPts val="1400"/>
              <a:buNone/>
            </a:pPr>
            <a:endParaRPr/>
          </a:p>
        </p:txBody>
      </p:sp>
      <p:sp>
        <p:nvSpPr>
          <p:cNvPr id="1121" name="Google Shape;1121;p1"/>
          <p:cNvSpPr txBox="1">
            <a:spLocks noGrp="1"/>
          </p:cNvSpPr>
          <p:nvPr>
            <p:ph type="ctrTitle"/>
          </p:nvPr>
        </p:nvSpPr>
        <p:spPr>
          <a:xfrm>
            <a:off x="1011675" y="957475"/>
            <a:ext cx="5824500" cy="2326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SzPts val="5200"/>
              <a:buNone/>
            </a:pPr>
            <a:r>
              <a:rPr lang="en" sz="3200"/>
              <a:t>Αυτόνομο Ρομπότ εσωτερικών </a:t>
            </a:r>
            <a:r>
              <a:rPr lang="en" sz="2900"/>
              <a:t>delivery</a:t>
            </a:r>
            <a:r>
              <a:rPr lang="en" sz="3200"/>
              <a:t> σε πανεπιστημιακό κτίριο με προσομοίωση σε </a:t>
            </a:r>
            <a:r>
              <a:rPr lang="en" sz="2900"/>
              <a:t>WeBots</a:t>
            </a:r>
            <a:r>
              <a:rPr lang="en" sz="3200"/>
              <a:t>.</a:t>
            </a:r>
            <a:endParaRPr sz="3200">
              <a:solidFill>
                <a:schemeClr val="dk1"/>
              </a:solidFill>
            </a:endParaRPr>
          </a:p>
        </p:txBody>
      </p:sp>
      <p:grpSp>
        <p:nvGrpSpPr>
          <p:cNvPr id="1122" name="Google Shape;1122;p1"/>
          <p:cNvGrpSpPr/>
          <p:nvPr/>
        </p:nvGrpSpPr>
        <p:grpSpPr>
          <a:xfrm>
            <a:off x="1011675" y="3303086"/>
            <a:ext cx="3936684" cy="134070"/>
            <a:chOff x="1096850" y="3242811"/>
            <a:chExt cx="3936684" cy="134070"/>
          </a:xfrm>
        </p:grpSpPr>
        <p:cxnSp>
          <p:nvCxnSpPr>
            <p:cNvPr id="1123" name="Google Shape;1123;p1"/>
            <p:cNvCxnSpPr/>
            <p:nvPr/>
          </p:nvCxnSpPr>
          <p:spPr>
            <a:xfrm>
              <a:off x="1096850" y="3309850"/>
              <a:ext cx="3840600" cy="0"/>
            </a:xfrm>
            <a:prstGeom prst="straightConnector1">
              <a:avLst/>
            </a:prstGeom>
            <a:noFill/>
            <a:ln w="9525" cap="flat" cmpd="sng">
              <a:solidFill>
                <a:schemeClr val="dk2"/>
              </a:solidFill>
              <a:prstDash val="solid"/>
              <a:round/>
              <a:headEnd type="none" w="sm" len="sm"/>
              <a:tailEnd type="none" w="sm" len="sm"/>
            </a:ln>
          </p:spPr>
        </p:cxnSp>
        <p:grpSp>
          <p:nvGrpSpPr>
            <p:cNvPr id="1124" name="Google Shape;1124;p1"/>
            <p:cNvGrpSpPr/>
            <p:nvPr/>
          </p:nvGrpSpPr>
          <p:grpSpPr>
            <a:xfrm>
              <a:off x="4899464" y="3242811"/>
              <a:ext cx="134070" cy="134070"/>
              <a:chOff x="8382514" y="1084976"/>
              <a:chExt cx="265800" cy="265800"/>
            </a:xfrm>
          </p:grpSpPr>
          <p:sp>
            <p:nvSpPr>
              <p:cNvPr id="1125" name="Google Shape;1125;p1"/>
              <p:cNvSpPr/>
              <p:nvPr/>
            </p:nvSpPr>
            <p:spPr>
              <a:xfrm>
                <a:off x="8442213" y="1144734"/>
                <a:ext cx="146400" cy="1464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6" name="Google Shape;1126;p1"/>
              <p:cNvSpPr/>
              <p:nvPr/>
            </p:nvSpPr>
            <p:spPr>
              <a:xfrm>
                <a:off x="8382514" y="1084976"/>
                <a:ext cx="265800" cy="2658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1127" name="Google Shape;1127;p1"/>
          <p:cNvGrpSpPr/>
          <p:nvPr/>
        </p:nvGrpSpPr>
        <p:grpSpPr>
          <a:xfrm>
            <a:off x="8017432" y="-313900"/>
            <a:ext cx="134070" cy="1891363"/>
            <a:chOff x="8017432" y="-313900"/>
            <a:chExt cx="134070" cy="1891363"/>
          </a:xfrm>
        </p:grpSpPr>
        <p:sp>
          <p:nvSpPr>
            <p:cNvPr id="1128" name="Google Shape;1128;p1"/>
            <p:cNvSpPr/>
            <p:nvPr/>
          </p:nvSpPr>
          <p:spPr>
            <a:xfrm rot="5400000">
              <a:off x="8017432" y="1443393"/>
              <a:ext cx="134070" cy="13407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129" name="Google Shape;1129;p1"/>
            <p:cNvCxnSpPr/>
            <p:nvPr/>
          </p:nvCxnSpPr>
          <p:spPr>
            <a:xfrm>
              <a:off x="8084450" y="-313900"/>
              <a:ext cx="0" cy="1795200"/>
            </a:xfrm>
            <a:prstGeom prst="straightConnector1">
              <a:avLst/>
            </a:prstGeom>
            <a:noFill/>
            <a:ln w="9525" cap="flat" cmpd="sng">
              <a:solidFill>
                <a:schemeClr val="dk2"/>
              </a:solidFill>
              <a:prstDash val="solid"/>
              <a:round/>
              <a:headEnd type="none" w="sm" len="sm"/>
              <a:tailEnd type="none" w="sm" len="sm"/>
            </a:ln>
          </p:spPr>
        </p:cxnSp>
        <p:sp>
          <p:nvSpPr>
            <p:cNvPr id="1130" name="Google Shape;1130;p1"/>
            <p:cNvSpPr/>
            <p:nvPr/>
          </p:nvSpPr>
          <p:spPr>
            <a:xfrm rot="5400000">
              <a:off x="8047515" y="1473505"/>
              <a:ext cx="73844" cy="73844"/>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31" name="Google Shape;1131;p1"/>
          <p:cNvGrpSpPr/>
          <p:nvPr/>
        </p:nvGrpSpPr>
        <p:grpSpPr>
          <a:xfrm>
            <a:off x="6309526" y="957475"/>
            <a:ext cx="3504715" cy="5119205"/>
            <a:chOff x="6309526" y="836950"/>
            <a:chExt cx="3504715" cy="5119205"/>
          </a:xfrm>
        </p:grpSpPr>
        <p:sp>
          <p:nvSpPr>
            <p:cNvPr id="1132" name="Google Shape;1132;p1"/>
            <p:cNvSpPr/>
            <p:nvPr/>
          </p:nvSpPr>
          <p:spPr>
            <a:xfrm>
              <a:off x="6309526" y="8369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33" name="Google Shape;1133;p1"/>
            <p:cNvGrpSpPr/>
            <p:nvPr/>
          </p:nvGrpSpPr>
          <p:grpSpPr>
            <a:xfrm>
              <a:off x="7728436" y="3524084"/>
              <a:ext cx="134004" cy="134004"/>
              <a:chOff x="8356813" y="1074288"/>
              <a:chExt cx="351900" cy="351900"/>
            </a:xfrm>
          </p:grpSpPr>
          <p:sp>
            <p:nvSpPr>
              <p:cNvPr id="1134" name="Google Shape;1134;p1"/>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5" name="Google Shape;1135;p1"/>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36" name="Google Shape;1136;p1"/>
            <p:cNvGrpSpPr/>
            <p:nvPr/>
          </p:nvGrpSpPr>
          <p:grpSpPr>
            <a:xfrm>
              <a:off x="7344361" y="3150259"/>
              <a:ext cx="134004" cy="134004"/>
              <a:chOff x="8356813" y="1074288"/>
              <a:chExt cx="351900" cy="351900"/>
            </a:xfrm>
          </p:grpSpPr>
          <p:sp>
            <p:nvSpPr>
              <p:cNvPr id="1137" name="Google Shape;1137;p1"/>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8" name="Google Shape;1138;p1"/>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39" name="Google Shape;1139;p1"/>
            <p:cNvGrpSpPr/>
            <p:nvPr/>
          </p:nvGrpSpPr>
          <p:grpSpPr>
            <a:xfrm>
              <a:off x="8337811" y="2464059"/>
              <a:ext cx="134004" cy="134004"/>
              <a:chOff x="8356813" y="1074288"/>
              <a:chExt cx="351900" cy="351900"/>
            </a:xfrm>
          </p:grpSpPr>
          <p:sp>
            <p:nvSpPr>
              <p:cNvPr id="1140" name="Google Shape;1140;p1"/>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1" name="Google Shape;1141;p1"/>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142" name="Google Shape;1142;p1"/>
            <p:cNvSpPr/>
            <p:nvPr/>
          </p:nvSpPr>
          <p:spPr>
            <a:xfrm rot="5400000">
              <a:off x="7687039" y="1023058"/>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6"/>
        <p:cNvGrpSpPr/>
        <p:nvPr/>
      </p:nvGrpSpPr>
      <p:grpSpPr>
        <a:xfrm>
          <a:off x="0" y="0"/>
          <a:ext cx="0" cy="0"/>
          <a:chOff x="0" y="0"/>
          <a:chExt cx="0" cy="0"/>
        </a:xfrm>
      </p:grpSpPr>
      <p:sp>
        <p:nvSpPr>
          <p:cNvPr id="1147" name="Google Shape;1147;p2"/>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sz="3200"/>
              <a:t>Περιεχόμενα</a:t>
            </a:r>
            <a:endParaRPr sz="3200">
              <a:solidFill>
                <a:schemeClr val="dk2"/>
              </a:solidFill>
              <a:latin typeface="IBM Plex Mono"/>
              <a:ea typeface="IBM Plex Mono"/>
              <a:cs typeface="IBM Plex Mono"/>
              <a:sym typeface="IBM Plex Mono"/>
            </a:endParaRPr>
          </a:p>
        </p:txBody>
      </p:sp>
      <p:sp>
        <p:nvSpPr>
          <p:cNvPr id="1148" name="Google Shape;1148;p2"/>
          <p:cNvSpPr txBox="1">
            <a:spLocks noGrp="1"/>
          </p:cNvSpPr>
          <p:nvPr>
            <p:ph type="subTitle" idx="9"/>
          </p:nvPr>
        </p:nvSpPr>
        <p:spPr>
          <a:xfrm>
            <a:off x="720000" y="1918675"/>
            <a:ext cx="3233700" cy="4023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SzPts val="2400"/>
              <a:buNone/>
            </a:pPr>
            <a:r>
              <a:rPr lang="en"/>
              <a:t>Εισαγωγή</a:t>
            </a:r>
            <a:endParaRPr/>
          </a:p>
        </p:txBody>
      </p:sp>
      <p:sp>
        <p:nvSpPr>
          <p:cNvPr id="1149" name="Google Shape;1149;p2"/>
          <p:cNvSpPr txBox="1">
            <a:spLocks noGrp="1"/>
          </p:cNvSpPr>
          <p:nvPr>
            <p:ph type="title" idx="5"/>
          </p:nvPr>
        </p:nvSpPr>
        <p:spPr>
          <a:xfrm>
            <a:off x="720003" y="1344775"/>
            <a:ext cx="1057500" cy="6402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SzPts val="3000"/>
              <a:buNone/>
            </a:pPr>
            <a:r>
              <a:rPr lang="en"/>
              <a:t>01</a:t>
            </a:r>
            <a:endParaRPr/>
          </a:p>
        </p:txBody>
      </p:sp>
      <p:sp>
        <p:nvSpPr>
          <p:cNvPr id="1150" name="Google Shape;1150;p2"/>
          <p:cNvSpPr txBox="1">
            <a:spLocks noGrp="1"/>
          </p:cNvSpPr>
          <p:nvPr>
            <p:ph type="title" idx="6"/>
          </p:nvPr>
        </p:nvSpPr>
        <p:spPr>
          <a:xfrm>
            <a:off x="720003" y="2553771"/>
            <a:ext cx="1057500" cy="6402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SzPts val="3000"/>
              <a:buNone/>
            </a:pPr>
            <a:r>
              <a:rPr lang="en"/>
              <a:t>03</a:t>
            </a:r>
            <a:endParaRPr/>
          </a:p>
        </p:txBody>
      </p:sp>
      <p:sp>
        <p:nvSpPr>
          <p:cNvPr id="1151" name="Google Shape;1151;p2"/>
          <p:cNvSpPr txBox="1">
            <a:spLocks noGrp="1"/>
          </p:cNvSpPr>
          <p:nvPr>
            <p:ph type="title" idx="7"/>
          </p:nvPr>
        </p:nvSpPr>
        <p:spPr>
          <a:xfrm>
            <a:off x="4366698" y="1344775"/>
            <a:ext cx="1057500" cy="6402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SzPts val="3000"/>
              <a:buNone/>
            </a:pPr>
            <a:r>
              <a:rPr lang="en"/>
              <a:t>02</a:t>
            </a:r>
            <a:endParaRPr/>
          </a:p>
        </p:txBody>
      </p:sp>
      <p:sp>
        <p:nvSpPr>
          <p:cNvPr id="1152" name="Google Shape;1152;p2"/>
          <p:cNvSpPr txBox="1">
            <a:spLocks noGrp="1"/>
          </p:cNvSpPr>
          <p:nvPr>
            <p:ph type="title" idx="8"/>
          </p:nvPr>
        </p:nvSpPr>
        <p:spPr>
          <a:xfrm>
            <a:off x="4366698" y="2553771"/>
            <a:ext cx="1057500" cy="6402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SzPts val="3000"/>
              <a:buNone/>
            </a:pPr>
            <a:r>
              <a:rPr lang="en"/>
              <a:t>04</a:t>
            </a:r>
            <a:endParaRPr/>
          </a:p>
        </p:txBody>
      </p:sp>
      <p:sp>
        <p:nvSpPr>
          <p:cNvPr id="1153" name="Google Shape;1153;p2"/>
          <p:cNvSpPr txBox="1">
            <a:spLocks noGrp="1"/>
          </p:cNvSpPr>
          <p:nvPr>
            <p:ph type="subTitle" idx="13"/>
          </p:nvPr>
        </p:nvSpPr>
        <p:spPr>
          <a:xfrm>
            <a:off x="4366698" y="1918675"/>
            <a:ext cx="3233700" cy="4023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SzPts val="2400"/>
              <a:buNone/>
            </a:pPr>
            <a:r>
              <a:rPr lang="en"/>
              <a:t>Σκοπός της Εργασίας</a:t>
            </a:r>
            <a:endParaRPr/>
          </a:p>
        </p:txBody>
      </p:sp>
      <p:sp>
        <p:nvSpPr>
          <p:cNvPr id="1154" name="Google Shape;1154;p2"/>
          <p:cNvSpPr txBox="1">
            <a:spLocks noGrp="1"/>
          </p:cNvSpPr>
          <p:nvPr>
            <p:ph type="subTitle" idx="14"/>
          </p:nvPr>
        </p:nvSpPr>
        <p:spPr>
          <a:xfrm>
            <a:off x="720000" y="3127599"/>
            <a:ext cx="3233700" cy="73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SzPts val="2400"/>
              <a:buNone/>
            </a:pPr>
            <a:r>
              <a:rPr lang="en"/>
              <a:t>Βιβλιογραφική </a:t>
            </a:r>
            <a:endParaRPr/>
          </a:p>
          <a:p>
            <a:pPr marL="0" lvl="0" indent="0" algn="l" rtl="0">
              <a:lnSpc>
                <a:spcPct val="115000"/>
              </a:lnSpc>
              <a:spcBef>
                <a:spcPts val="0"/>
              </a:spcBef>
              <a:spcAft>
                <a:spcPts val="0"/>
              </a:spcAft>
              <a:buSzPts val="2400"/>
              <a:buNone/>
            </a:pPr>
            <a:r>
              <a:rPr lang="en"/>
              <a:t>Ανασκόπηση</a:t>
            </a:r>
            <a:endParaRPr/>
          </a:p>
        </p:txBody>
      </p:sp>
      <p:sp>
        <p:nvSpPr>
          <p:cNvPr id="1155" name="Google Shape;1155;p2"/>
          <p:cNvSpPr txBox="1">
            <a:spLocks noGrp="1"/>
          </p:cNvSpPr>
          <p:nvPr>
            <p:ph type="subTitle" idx="15"/>
          </p:nvPr>
        </p:nvSpPr>
        <p:spPr>
          <a:xfrm>
            <a:off x="4366700" y="3127600"/>
            <a:ext cx="3543600" cy="73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SzPts val="2400"/>
              <a:buNone/>
            </a:pPr>
            <a:r>
              <a:rPr lang="en"/>
              <a:t>Συμπεράσματα </a:t>
            </a:r>
            <a:endParaRPr/>
          </a:p>
          <a:p>
            <a:pPr marL="0" lvl="0" indent="0" algn="l" rtl="0">
              <a:lnSpc>
                <a:spcPct val="115000"/>
              </a:lnSpc>
              <a:spcBef>
                <a:spcPts val="0"/>
              </a:spcBef>
              <a:spcAft>
                <a:spcPts val="0"/>
              </a:spcAft>
              <a:buSzPts val="2400"/>
              <a:buNone/>
            </a:pPr>
            <a:r>
              <a:rPr lang="en"/>
              <a:t>και Εφαρμογές</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59"/>
        <p:cNvGrpSpPr/>
        <p:nvPr/>
      </p:nvGrpSpPr>
      <p:grpSpPr>
        <a:xfrm>
          <a:off x="0" y="0"/>
          <a:ext cx="0" cy="0"/>
          <a:chOff x="0" y="0"/>
          <a:chExt cx="0" cy="0"/>
        </a:xfrm>
      </p:grpSpPr>
      <p:sp>
        <p:nvSpPr>
          <p:cNvPr id="1160" name="Google Shape;1160;p3"/>
          <p:cNvSpPr txBox="1">
            <a:spLocks noGrp="1"/>
          </p:cNvSpPr>
          <p:nvPr>
            <p:ph type="title" idx="2"/>
          </p:nvPr>
        </p:nvSpPr>
        <p:spPr>
          <a:xfrm>
            <a:off x="720000" y="1025725"/>
            <a:ext cx="1702500" cy="993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6000"/>
              <a:buNone/>
            </a:pPr>
            <a:r>
              <a:rPr lang="en"/>
              <a:t>01</a:t>
            </a:r>
            <a:endParaRPr/>
          </a:p>
        </p:txBody>
      </p:sp>
      <p:grpSp>
        <p:nvGrpSpPr>
          <p:cNvPr id="1161" name="Google Shape;1161;p3"/>
          <p:cNvGrpSpPr/>
          <p:nvPr/>
        </p:nvGrpSpPr>
        <p:grpSpPr>
          <a:xfrm>
            <a:off x="-374387" y="3354325"/>
            <a:ext cx="3922590" cy="2969900"/>
            <a:chOff x="-374387" y="3354325"/>
            <a:chExt cx="3922590" cy="2969900"/>
          </a:xfrm>
        </p:grpSpPr>
        <p:pic>
          <p:nvPicPr>
            <p:cNvPr id="1162" name="Google Shape;1162;p3"/>
            <p:cNvPicPr preferRelativeResize="0"/>
            <p:nvPr/>
          </p:nvPicPr>
          <p:blipFill rotWithShape="1">
            <a:blip r:embed="rId3">
              <a:alphaModFix/>
            </a:blip>
            <a:srcRect l="16960" t="24719" r="7121" b="26177"/>
            <a:stretch/>
          </p:blipFill>
          <p:spPr>
            <a:xfrm>
              <a:off x="-374387" y="3354325"/>
              <a:ext cx="3891276" cy="2969900"/>
            </a:xfrm>
            <a:prstGeom prst="rect">
              <a:avLst/>
            </a:prstGeom>
            <a:noFill/>
            <a:ln>
              <a:noFill/>
            </a:ln>
          </p:spPr>
        </p:pic>
        <p:grpSp>
          <p:nvGrpSpPr>
            <p:cNvPr id="1163" name="Google Shape;1163;p3"/>
            <p:cNvGrpSpPr/>
            <p:nvPr/>
          </p:nvGrpSpPr>
          <p:grpSpPr>
            <a:xfrm>
              <a:off x="1853583" y="4445557"/>
              <a:ext cx="1694620" cy="1360169"/>
              <a:chOff x="7945225" y="4302000"/>
              <a:chExt cx="904666" cy="726121"/>
            </a:xfrm>
          </p:grpSpPr>
          <p:sp>
            <p:nvSpPr>
              <p:cNvPr id="1164" name="Google Shape;1164;p3"/>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5" name="Google Shape;1165;p3"/>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6" name="Google Shape;1166;p3"/>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1167" name="Google Shape;1167;p3"/>
          <p:cNvSpPr txBox="1">
            <a:spLocks noGrp="1"/>
          </p:cNvSpPr>
          <p:nvPr>
            <p:ph type="title"/>
          </p:nvPr>
        </p:nvSpPr>
        <p:spPr>
          <a:xfrm>
            <a:off x="720000" y="2079325"/>
            <a:ext cx="5598000" cy="841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600"/>
              <a:buNone/>
            </a:pPr>
            <a:r>
              <a:rPr lang="en"/>
              <a:t>Εισαγωγή</a:t>
            </a:r>
            <a:endParaRPr/>
          </a:p>
        </p:txBody>
      </p:sp>
      <p:grpSp>
        <p:nvGrpSpPr>
          <p:cNvPr id="1168" name="Google Shape;1168;p3"/>
          <p:cNvGrpSpPr/>
          <p:nvPr/>
        </p:nvGrpSpPr>
        <p:grpSpPr>
          <a:xfrm>
            <a:off x="6487513" y="-1301175"/>
            <a:ext cx="4268216" cy="6666030"/>
            <a:chOff x="6128138" y="-1301175"/>
            <a:chExt cx="4268216" cy="6666030"/>
          </a:xfrm>
        </p:grpSpPr>
        <p:sp>
          <p:nvSpPr>
            <p:cNvPr id="1169" name="Google Shape;1169;p3"/>
            <p:cNvSpPr/>
            <p:nvPr/>
          </p:nvSpPr>
          <p:spPr>
            <a:xfrm>
              <a:off x="6368175" y="103161"/>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0" name="Google Shape;1170;p3"/>
            <p:cNvSpPr/>
            <p:nvPr/>
          </p:nvSpPr>
          <p:spPr>
            <a:xfrm>
              <a:off x="6711143" y="81300"/>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1" name="Google Shape;1171;p3"/>
            <p:cNvSpPr/>
            <p:nvPr/>
          </p:nvSpPr>
          <p:spPr>
            <a:xfrm>
              <a:off x="7243039" y="2456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2" name="Google Shape;1172;p3"/>
            <p:cNvSpPr/>
            <p:nvPr/>
          </p:nvSpPr>
          <p:spPr>
            <a:xfrm>
              <a:off x="6875804" y="622450"/>
              <a:ext cx="1860443" cy="4595326"/>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3" name="Google Shape;1173;p3"/>
            <p:cNvSpPr/>
            <p:nvPr/>
          </p:nvSpPr>
          <p:spPr>
            <a:xfrm>
              <a:off x="6573850" y="621225"/>
              <a:ext cx="1860443" cy="4595326"/>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174" name="Google Shape;1174;p3"/>
            <p:cNvPicPr preferRelativeResize="0"/>
            <p:nvPr/>
          </p:nvPicPr>
          <p:blipFill rotWithShape="1">
            <a:blip r:embed="rId3">
              <a:alphaModFix/>
            </a:blip>
            <a:srcRect l="16960" t="24719" r="7121" b="26177"/>
            <a:stretch/>
          </p:blipFill>
          <p:spPr>
            <a:xfrm>
              <a:off x="6128138" y="-1301175"/>
              <a:ext cx="4198516" cy="3204401"/>
            </a:xfrm>
            <a:prstGeom prst="rect">
              <a:avLst/>
            </a:prstGeom>
            <a:noFill/>
            <a:ln>
              <a:noFill/>
            </a:ln>
          </p:spPr>
        </p:pic>
        <p:grpSp>
          <p:nvGrpSpPr>
            <p:cNvPr id="1175" name="Google Shape;1175;p3"/>
            <p:cNvGrpSpPr/>
            <p:nvPr/>
          </p:nvGrpSpPr>
          <p:grpSpPr>
            <a:xfrm rot="5400000">
              <a:off x="7873341" y="4254316"/>
              <a:ext cx="708100" cy="708500"/>
              <a:chOff x="3678700" y="407275"/>
              <a:chExt cx="708100" cy="708500"/>
            </a:xfrm>
          </p:grpSpPr>
          <p:sp>
            <p:nvSpPr>
              <p:cNvPr id="1176" name="Google Shape;1176;p3"/>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7" name="Google Shape;1177;p3"/>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8" name="Google Shape;1178;p3"/>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9" name="Google Shape;1179;p3"/>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0" name="Google Shape;1180;p3"/>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1" name="Google Shape;1181;p3"/>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2" name="Google Shape;1182;p3"/>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83" name="Google Shape;1183;p3"/>
            <p:cNvGrpSpPr/>
            <p:nvPr/>
          </p:nvGrpSpPr>
          <p:grpSpPr>
            <a:xfrm rot="5400000">
              <a:off x="8639847" y="3354200"/>
              <a:ext cx="457787" cy="458045"/>
              <a:chOff x="3678700" y="407275"/>
              <a:chExt cx="708100" cy="708500"/>
            </a:xfrm>
          </p:grpSpPr>
          <p:sp>
            <p:nvSpPr>
              <p:cNvPr id="1184" name="Google Shape;1184;p3"/>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5" name="Google Shape;1185;p3"/>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6" name="Google Shape;1186;p3"/>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7" name="Google Shape;1187;p3"/>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8" name="Google Shape;1188;p3"/>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9" name="Google Shape;1189;p3"/>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0" name="Google Shape;1190;p3"/>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91" name="Google Shape;1191;p3"/>
            <p:cNvGrpSpPr/>
            <p:nvPr/>
          </p:nvGrpSpPr>
          <p:grpSpPr>
            <a:xfrm>
              <a:off x="7787267" y="539497"/>
              <a:ext cx="208184" cy="208184"/>
              <a:chOff x="8356813" y="1074288"/>
              <a:chExt cx="351900" cy="351900"/>
            </a:xfrm>
          </p:grpSpPr>
          <p:sp>
            <p:nvSpPr>
              <p:cNvPr id="1192" name="Google Shape;1192;p3"/>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3" name="Google Shape;1193;p3"/>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94" name="Google Shape;1194;p3"/>
            <p:cNvGrpSpPr/>
            <p:nvPr/>
          </p:nvGrpSpPr>
          <p:grpSpPr>
            <a:xfrm>
              <a:off x="7194842" y="2467660"/>
              <a:ext cx="208184" cy="208184"/>
              <a:chOff x="8356813" y="1074288"/>
              <a:chExt cx="351900" cy="351900"/>
            </a:xfrm>
          </p:grpSpPr>
          <p:sp>
            <p:nvSpPr>
              <p:cNvPr id="1195" name="Google Shape;1195;p3"/>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6" name="Google Shape;1196;p3"/>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197" name="Google Shape;1197;p3"/>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98" name="Google Shape;1198;p3"/>
          <p:cNvGrpSpPr/>
          <p:nvPr/>
        </p:nvGrpSpPr>
        <p:grpSpPr>
          <a:xfrm>
            <a:off x="796100" y="3019701"/>
            <a:ext cx="4558967" cy="134100"/>
            <a:chOff x="796100" y="3019701"/>
            <a:chExt cx="4558967" cy="134100"/>
          </a:xfrm>
        </p:grpSpPr>
        <p:sp>
          <p:nvSpPr>
            <p:cNvPr id="1199" name="Google Shape;1199;p3"/>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200" name="Google Shape;1200;p3"/>
            <p:cNvCxnSpPr/>
            <p:nvPr/>
          </p:nvCxnSpPr>
          <p:spPr>
            <a:xfrm>
              <a:off x="796100" y="3086750"/>
              <a:ext cx="4462800" cy="0"/>
            </a:xfrm>
            <a:prstGeom prst="straightConnector1">
              <a:avLst/>
            </a:prstGeom>
            <a:noFill/>
            <a:ln w="9525" cap="flat" cmpd="sng">
              <a:solidFill>
                <a:schemeClr val="dk2"/>
              </a:solidFill>
              <a:prstDash val="solid"/>
              <a:round/>
              <a:headEnd type="none" w="sm" len="sm"/>
              <a:tailEnd type="none" w="sm" len="sm"/>
            </a:ln>
          </p:spPr>
        </p:cxnSp>
        <p:sp>
          <p:nvSpPr>
            <p:cNvPr id="1201" name="Google Shape;1201;p3"/>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5"/>
        <p:cNvGrpSpPr/>
        <p:nvPr/>
      </p:nvGrpSpPr>
      <p:grpSpPr>
        <a:xfrm>
          <a:off x="0" y="0"/>
          <a:ext cx="0" cy="0"/>
          <a:chOff x="0" y="0"/>
          <a:chExt cx="0" cy="0"/>
        </a:xfrm>
      </p:grpSpPr>
      <p:sp>
        <p:nvSpPr>
          <p:cNvPr id="1206" name="Google Shape;1206;p4"/>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t>Εισαγωγή</a:t>
            </a:r>
            <a:endParaRPr/>
          </a:p>
        </p:txBody>
      </p:sp>
      <p:sp>
        <p:nvSpPr>
          <p:cNvPr id="1207" name="Google Shape;1207;p4"/>
          <p:cNvSpPr txBox="1">
            <a:spLocks noGrp="1"/>
          </p:cNvSpPr>
          <p:nvPr>
            <p:ph type="subTitle" idx="2"/>
          </p:nvPr>
        </p:nvSpPr>
        <p:spPr>
          <a:xfrm>
            <a:off x="720000" y="974075"/>
            <a:ext cx="7168200" cy="309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u="sng">
                <a:latin typeface="Arial"/>
                <a:ea typeface="Arial"/>
                <a:cs typeface="Arial"/>
                <a:sym typeface="Arial"/>
              </a:rPr>
              <a:t>Ορισμός:</a:t>
            </a:r>
            <a:r>
              <a:rPr lang="en">
                <a:latin typeface="Arial"/>
                <a:ea typeface="Arial"/>
                <a:cs typeface="Arial"/>
                <a:sym typeface="Arial"/>
              </a:rPr>
              <a:t> Τα αυτόνομα κινητά ρομπότ (Autonomous Mobile Robots – AMRs) είναι ρομποτικά συστήματα που καταγράφουν το περιβάλλον τους, υπολογίζουν τη θέση τους  και κινούνται χωρίς συνεχή ανθρώπινη παρέμβαση μέσα σε αυτό.</a:t>
            </a:r>
            <a:endParaRPr>
              <a:latin typeface="Arial"/>
              <a:ea typeface="Arial"/>
              <a:cs typeface="Arial"/>
              <a:sym typeface="Arial"/>
            </a:endParaRPr>
          </a:p>
          <a:p>
            <a:pPr marL="0" lvl="0" indent="0" algn="l" rtl="0">
              <a:spcBef>
                <a:spcPts val="0"/>
              </a:spcBef>
              <a:spcAft>
                <a:spcPts val="0"/>
              </a:spcAft>
              <a:buNone/>
            </a:pPr>
            <a:endParaRPr>
              <a:latin typeface="Arial"/>
              <a:ea typeface="Arial"/>
              <a:cs typeface="Arial"/>
              <a:sym typeface="Arial"/>
            </a:endParaRPr>
          </a:p>
          <a:p>
            <a:pPr marL="457200" lvl="0" indent="-317500" algn="l" rtl="0">
              <a:spcBef>
                <a:spcPts val="0"/>
              </a:spcBef>
              <a:spcAft>
                <a:spcPts val="0"/>
              </a:spcAft>
              <a:buSzPts val="1400"/>
              <a:buFont typeface="Arial"/>
              <a:buChar char="➢"/>
            </a:pPr>
            <a:r>
              <a:rPr lang="en">
                <a:latin typeface="Arial"/>
                <a:ea typeface="Arial"/>
                <a:cs typeface="Arial"/>
                <a:sym typeface="Arial"/>
              </a:rPr>
              <a:t>Τα αυτόνομα κινητά ρομπότ χρησιμοποιούνται όλο και περισσότερο σε εσωτερικούς χώρους.</a:t>
            </a:r>
            <a:endParaRPr>
              <a:latin typeface="Arial"/>
              <a:ea typeface="Arial"/>
              <a:cs typeface="Arial"/>
              <a:sym typeface="Arial"/>
            </a:endParaRPr>
          </a:p>
          <a:p>
            <a:pPr marL="457200" lvl="0" indent="-317500" algn="l" rtl="0">
              <a:spcBef>
                <a:spcPts val="0"/>
              </a:spcBef>
              <a:spcAft>
                <a:spcPts val="0"/>
              </a:spcAft>
              <a:buSzPts val="1400"/>
              <a:buFont typeface="Arial"/>
              <a:buChar char="➢"/>
            </a:pPr>
            <a:r>
              <a:rPr lang="en">
                <a:latin typeface="Arial"/>
                <a:ea typeface="Arial"/>
                <a:cs typeface="Arial"/>
                <a:sym typeface="Arial"/>
              </a:rPr>
              <a:t>Μία βασική εφαρμογή τους είναι η μεταφορά μικρών αντικειμένων από ένα σημείο σε άλλο.</a:t>
            </a:r>
            <a:endParaRPr>
              <a:latin typeface="Arial"/>
              <a:ea typeface="Arial"/>
              <a:cs typeface="Arial"/>
              <a:sym typeface="Arial"/>
            </a:endParaRPr>
          </a:p>
          <a:p>
            <a:pPr marL="457200" lvl="0" indent="-317500" algn="l" rtl="0">
              <a:spcBef>
                <a:spcPts val="0"/>
              </a:spcBef>
              <a:spcAft>
                <a:spcPts val="0"/>
              </a:spcAft>
              <a:buSzPts val="1400"/>
              <a:buFont typeface="Arial"/>
              <a:buChar char="➢"/>
            </a:pPr>
            <a:r>
              <a:rPr lang="en">
                <a:latin typeface="Arial"/>
                <a:ea typeface="Arial"/>
                <a:cs typeface="Arial"/>
                <a:sym typeface="Arial"/>
              </a:rPr>
              <a:t>Οι προκλήσεις στους εσωτερικούς χώρους είναι η αποφυγή εμποδίων σε πραγματικό χρόνο και η ενσωμάτωση σε δυναμικό και απρόβλεπτο περιβάλλον.</a:t>
            </a:r>
            <a:endParaRPr>
              <a:latin typeface="Arial"/>
              <a:ea typeface="Arial"/>
              <a:cs typeface="Arial"/>
              <a:sym typeface="Arial"/>
            </a:endParaRPr>
          </a:p>
          <a:p>
            <a:pPr marL="457200" lvl="0" indent="-317500" algn="l" rtl="0">
              <a:spcBef>
                <a:spcPts val="0"/>
              </a:spcBef>
              <a:spcAft>
                <a:spcPts val="0"/>
              </a:spcAft>
              <a:buSzPts val="1400"/>
              <a:buFont typeface="Arial"/>
              <a:buChar char="➢"/>
            </a:pPr>
            <a:r>
              <a:rPr lang="en">
                <a:latin typeface="Arial"/>
                <a:ea typeface="Arial"/>
                <a:cs typeface="Arial"/>
                <a:sym typeface="Arial"/>
              </a:rPr>
              <a:t>Για αυτό το </a:t>
            </a:r>
            <a:r>
              <a:rPr lang="en" sz="1300">
                <a:latin typeface="Arial"/>
                <a:ea typeface="Arial"/>
                <a:cs typeface="Arial"/>
                <a:sym typeface="Arial"/>
              </a:rPr>
              <a:t>indoor delivery</a:t>
            </a:r>
            <a:r>
              <a:rPr lang="en">
                <a:latin typeface="Arial"/>
                <a:ea typeface="Arial"/>
                <a:cs typeface="Arial"/>
                <a:sym typeface="Arial"/>
              </a:rPr>
              <a:t> αποτελεί ένα ενδιαφέρον πεδίο μελέτης για την αυτόνομη πλοήγηση.</a:t>
            </a:r>
            <a:endParaRPr>
              <a:latin typeface="Arial"/>
              <a:ea typeface="Arial"/>
              <a:cs typeface="Arial"/>
              <a:sym typeface="Arial"/>
            </a:endParaRPr>
          </a:p>
          <a:p>
            <a:pPr marL="0" lvl="0" indent="0" algn="l" rtl="0">
              <a:spcBef>
                <a:spcPts val="0"/>
              </a:spcBef>
              <a:spcAft>
                <a:spcPts val="0"/>
              </a:spcAft>
              <a:buNone/>
            </a:pPr>
            <a:endParaRPr>
              <a:latin typeface="Arial"/>
              <a:ea typeface="Arial"/>
              <a:cs typeface="Arial"/>
              <a:sym typeface="Arial"/>
            </a:endParaRPr>
          </a:p>
        </p:txBody>
      </p:sp>
      <p:grpSp>
        <p:nvGrpSpPr>
          <p:cNvPr id="1208" name="Google Shape;1208;p4"/>
          <p:cNvGrpSpPr/>
          <p:nvPr/>
        </p:nvGrpSpPr>
        <p:grpSpPr>
          <a:xfrm>
            <a:off x="-123925" y="4132284"/>
            <a:ext cx="4558967" cy="1141122"/>
            <a:chOff x="-123925" y="4132284"/>
            <a:chExt cx="4558967" cy="1141122"/>
          </a:xfrm>
        </p:grpSpPr>
        <p:grpSp>
          <p:nvGrpSpPr>
            <p:cNvPr id="1209" name="Google Shape;1209;p4"/>
            <p:cNvGrpSpPr/>
            <p:nvPr/>
          </p:nvGrpSpPr>
          <p:grpSpPr>
            <a:xfrm>
              <a:off x="-3" y="4132284"/>
              <a:ext cx="2308406" cy="1141122"/>
              <a:chOff x="-3" y="4132284"/>
              <a:chExt cx="2308406" cy="1141122"/>
            </a:xfrm>
          </p:grpSpPr>
          <p:sp>
            <p:nvSpPr>
              <p:cNvPr id="1210" name="Google Shape;1210;p4"/>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1" name="Google Shape;1211;p4"/>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12" name="Google Shape;1212;p4"/>
            <p:cNvGrpSpPr/>
            <p:nvPr/>
          </p:nvGrpSpPr>
          <p:grpSpPr>
            <a:xfrm>
              <a:off x="-123925" y="4386226"/>
              <a:ext cx="4558967" cy="134100"/>
              <a:chOff x="796100" y="3019701"/>
              <a:chExt cx="4558967" cy="134100"/>
            </a:xfrm>
          </p:grpSpPr>
          <p:sp>
            <p:nvSpPr>
              <p:cNvPr id="1213" name="Google Shape;1213;p4"/>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214" name="Google Shape;1214;p4"/>
              <p:cNvCxnSpPr/>
              <p:nvPr/>
            </p:nvCxnSpPr>
            <p:spPr>
              <a:xfrm>
                <a:off x="796100" y="3086750"/>
                <a:ext cx="4462800" cy="0"/>
              </a:xfrm>
              <a:prstGeom prst="straightConnector1">
                <a:avLst/>
              </a:prstGeom>
              <a:noFill/>
              <a:ln w="9525" cap="flat" cmpd="sng">
                <a:solidFill>
                  <a:schemeClr val="dk2"/>
                </a:solidFill>
                <a:prstDash val="solid"/>
                <a:round/>
                <a:headEnd type="none" w="sm" len="sm"/>
                <a:tailEnd type="none" w="sm" len="sm"/>
              </a:ln>
            </p:spPr>
          </p:cxnSp>
          <p:sp>
            <p:nvSpPr>
              <p:cNvPr id="1215" name="Google Shape;1215;p4"/>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9"/>
        <p:cNvGrpSpPr/>
        <p:nvPr/>
      </p:nvGrpSpPr>
      <p:grpSpPr>
        <a:xfrm>
          <a:off x="0" y="0"/>
          <a:ext cx="0" cy="0"/>
          <a:chOff x="0" y="0"/>
          <a:chExt cx="0" cy="0"/>
        </a:xfrm>
      </p:grpSpPr>
      <p:sp>
        <p:nvSpPr>
          <p:cNvPr id="1220" name="Google Shape;1220;g3d26c8ac372_0_1"/>
          <p:cNvSpPr txBox="1">
            <a:spLocks noGrp="1"/>
          </p:cNvSpPr>
          <p:nvPr>
            <p:ph type="title" idx="2"/>
          </p:nvPr>
        </p:nvSpPr>
        <p:spPr>
          <a:xfrm>
            <a:off x="720000" y="1025725"/>
            <a:ext cx="1702500" cy="993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6000"/>
              <a:buNone/>
            </a:pPr>
            <a:r>
              <a:rPr lang="en"/>
              <a:t>02</a:t>
            </a:r>
            <a:endParaRPr/>
          </a:p>
        </p:txBody>
      </p:sp>
      <p:grpSp>
        <p:nvGrpSpPr>
          <p:cNvPr id="1221" name="Google Shape;1221;g3d26c8ac372_0_1"/>
          <p:cNvGrpSpPr/>
          <p:nvPr/>
        </p:nvGrpSpPr>
        <p:grpSpPr>
          <a:xfrm>
            <a:off x="-374387" y="3354325"/>
            <a:ext cx="3922593" cy="2969900"/>
            <a:chOff x="-374387" y="3354325"/>
            <a:chExt cx="3922593" cy="2969900"/>
          </a:xfrm>
        </p:grpSpPr>
        <p:pic>
          <p:nvPicPr>
            <p:cNvPr id="1222" name="Google Shape;1222;g3d26c8ac372_0_1"/>
            <p:cNvPicPr preferRelativeResize="0"/>
            <p:nvPr/>
          </p:nvPicPr>
          <p:blipFill rotWithShape="1">
            <a:blip r:embed="rId3">
              <a:alphaModFix/>
            </a:blip>
            <a:srcRect l="16960" t="24719" r="7121" b="26177"/>
            <a:stretch/>
          </p:blipFill>
          <p:spPr>
            <a:xfrm>
              <a:off x="-374387" y="3354325"/>
              <a:ext cx="3891276" cy="2969900"/>
            </a:xfrm>
            <a:prstGeom prst="rect">
              <a:avLst/>
            </a:prstGeom>
            <a:noFill/>
            <a:ln>
              <a:noFill/>
            </a:ln>
          </p:spPr>
        </p:pic>
        <p:grpSp>
          <p:nvGrpSpPr>
            <p:cNvPr id="1223" name="Google Shape;1223;g3d26c8ac372_0_1"/>
            <p:cNvGrpSpPr/>
            <p:nvPr/>
          </p:nvGrpSpPr>
          <p:grpSpPr>
            <a:xfrm>
              <a:off x="1853586" y="4445562"/>
              <a:ext cx="1694620" cy="1360169"/>
              <a:chOff x="7945225" y="4302000"/>
              <a:chExt cx="904666" cy="726121"/>
            </a:xfrm>
          </p:grpSpPr>
          <p:sp>
            <p:nvSpPr>
              <p:cNvPr id="1224" name="Google Shape;1224;g3d26c8ac372_0_1"/>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5" name="Google Shape;1225;g3d26c8ac372_0_1"/>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6" name="Google Shape;1226;g3d26c8ac372_0_1"/>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1227" name="Google Shape;1227;g3d26c8ac372_0_1"/>
          <p:cNvSpPr txBox="1">
            <a:spLocks noGrp="1"/>
          </p:cNvSpPr>
          <p:nvPr>
            <p:ph type="title"/>
          </p:nvPr>
        </p:nvSpPr>
        <p:spPr>
          <a:xfrm>
            <a:off x="720000" y="2150850"/>
            <a:ext cx="6011100" cy="841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600"/>
              <a:buNone/>
            </a:pPr>
            <a:r>
              <a:rPr lang="en" sz="4500"/>
              <a:t>Σκοπός της Εργασίας</a:t>
            </a:r>
            <a:endParaRPr sz="4500"/>
          </a:p>
        </p:txBody>
      </p:sp>
      <p:grpSp>
        <p:nvGrpSpPr>
          <p:cNvPr id="1228" name="Google Shape;1228;g3d26c8ac372_0_1"/>
          <p:cNvGrpSpPr/>
          <p:nvPr/>
        </p:nvGrpSpPr>
        <p:grpSpPr>
          <a:xfrm>
            <a:off x="6487513" y="-1301175"/>
            <a:ext cx="4268216" cy="6666030"/>
            <a:chOff x="6128138" y="-1301175"/>
            <a:chExt cx="4268216" cy="6666030"/>
          </a:xfrm>
        </p:grpSpPr>
        <p:sp>
          <p:nvSpPr>
            <p:cNvPr id="1229" name="Google Shape;1229;g3d26c8ac372_0_1"/>
            <p:cNvSpPr/>
            <p:nvPr/>
          </p:nvSpPr>
          <p:spPr>
            <a:xfrm>
              <a:off x="6368175" y="103161"/>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0" name="Google Shape;1230;g3d26c8ac372_0_1"/>
            <p:cNvSpPr/>
            <p:nvPr/>
          </p:nvSpPr>
          <p:spPr>
            <a:xfrm>
              <a:off x="6711143" y="81300"/>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1" name="Google Shape;1231;g3d26c8ac372_0_1"/>
            <p:cNvSpPr/>
            <p:nvPr/>
          </p:nvSpPr>
          <p:spPr>
            <a:xfrm>
              <a:off x="7243039" y="2456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2" name="Google Shape;1232;g3d26c8ac372_0_1"/>
            <p:cNvSpPr/>
            <p:nvPr/>
          </p:nvSpPr>
          <p:spPr>
            <a:xfrm>
              <a:off x="6875804" y="622450"/>
              <a:ext cx="1860443" cy="4595326"/>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3" name="Google Shape;1233;g3d26c8ac372_0_1"/>
            <p:cNvSpPr/>
            <p:nvPr/>
          </p:nvSpPr>
          <p:spPr>
            <a:xfrm>
              <a:off x="6573850" y="621225"/>
              <a:ext cx="1860443" cy="4595326"/>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34" name="Google Shape;1234;g3d26c8ac372_0_1"/>
            <p:cNvPicPr preferRelativeResize="0"/>
            <p:nvPr/>
          </p:nvPicPr>
          <p:blipFill rotWithShape="1">
            <a:blip r:embed="rId3">
              <a:alphaModFix/>
            </a:blip>
            <a:srcRect l="16960" t="24719" r="7121" b="26177"/>
            <a:stretch/>
          </p:blipFill>
          <p:spPr>
            <a:xfrm>
              <a:off x="6128138" y="-1301175"/>
              <a:ext cx="4198516" cy="3204401"/>
            </a:xfrm>
            <a:prstGeom prst="rect">
              <a:avLst/>
            </a:prstGeom>
            <a:noFill/>
            <a:ln>
              <a:noFill/>
            </a:ln>
          </p:spPr>
        </p:pic>
        <p:grpSp>
          <p:nvGrpSpPr>
            <p:cNvPr id="1235" name="Google Shape;1235;g3d26c8ac372_0_1"/>
            <p:cNvGrpSpPr/>
            <p:nvPr/>
          </p:nvGrpSpPr>
          <p:grpSpPr>
            <a:xfrm rot="5400000">
              <a:off x="7873341" y="4254316"/>
              <a:ext cx="708100" cy="708500"/>
              <a:chOff x="3678700" y="407275"/>
              <a:chExt cx="708100" cy="708500"/>
            </a:xfrm>
          </p:grpSpPr>
          <p:sp>
            <p:nvSpPr>
              <p:cNvPr id="1236" name="Google Shape;1236;g3d26c8ac372_0_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7" name="Google Shape;1237;g3d26c8ac372_0_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8" name="Google Shape;1238;g3d26c8ac372_0_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9" name="Google Shape;1239;g3d26c8ac372_0_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0" name="Google Shape;1240;g3d26c8ac372_0_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1" name="Google Shape;1241;g3d26c8ac372_0_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2" name="Google Shape;1242;g3d26c8ac372_0_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43" name="Google Shape;1243;g3d26c8ac372_0_1"/>
            <p:cNvGrpSpPr/>
            <p:nvPr/>
          </p:nvGrpSpPr>
          <p:grpSpPr>
            <a:xfrm rot="5400000">
              <a:off x="8639847" y="3354198"/>
              <a:ext cx="457787" cy="458045"/>
              <a:chOff x="3678700" y="407275"/>
              <a:chExt cx="708100" cy="708500"/>
            </a:xfrm>
          </p:grpSpPr>
          <p:sp>
            <p:nvSpPr>
              <p:cNvPr id="1244" name="Google Shape;1244;g3d26c8ac372_0_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5" name="Google Shape;1245;g3d26c8ac372_0_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6" name="Google Shape;1246;g3d26c8ac372_0_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7" name="Google Shape;1247;g3d26c8ac372_0_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8" name="Google Shape;1248;g3d26c8ac372_0_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9" name="Google Shape;1249;g3d26c8ac372_0_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0" name="Google Shape;1250;g3d26c8ac372_0_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51" name="Google Shape;1251;g3d26c8ac372_0_1"/>
            <p:cNvGrpSpPr/>
            <p:nvPr/>
          </p:nvGrpSpPr>
          <p:grpSpPr>
            <a:xfrm>
              <a:off x="7787268" y="539497"/>
              <a:ext cx="208184" cy="208184"/>
              <a:chOff x="8356813" y="1074288"/>
              <a:chExt cx="351900" cy="351900"/>
            </a:xfrm>
          </p:grpSpPr>
          <p:sp>
            <p:nvSpPr>
              <p:cNvPr id="1252" name="Google Shape;1252;g3d26c8ac372_0_1"/>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3" name="Google Shape;1253;g3d26c8ac372_0_1"/>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54" name="Google Shape;1254;g3d26c8ac372_0_1"/>
            <p:cNvGrpSpPr/>
            <p:nvPr/>
          </p:nvGrpSpPr>
          <p:grpSpPr>
            <a:xfrm>
              <a:off x="7194843" y="2467660"/>
              <a:ext cx="208184" cy="208184"/>
              <a:chOff x="8356813" y="1074288"/>
              <a:chExt cx="351900" cy="351900"/>
            </a:xfrm>
          </p:grpSpPr>
          <p:sp>
            <p:nvSpPr>
              <p:cNvPr id="1255" name="Google Shape;1255;g3d26c8ac372_0_1"/>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6" name="Google Shape;1256;g3d26c8ac372_0_1"/>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57" name="Google Shape;1257;g3d26c8ac372_0_1"/>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58" name="Google Shape;1258;g3d26c8ac372_0_1"/>
          <p:cNvGrpSpPr/>
          <p:nvPr/>
        </p:nvGrpSpPr>
        <p:grpSpPr>
          <a:xfrm>
            <a:off x="720000" y="3220226"/>
            <a:ext cx="4558967" cy="134100"/>
            <a:chOff x="796100" y="3019701"/>
            <a:chExt cx="4558967" cy="134100"/>
          </a:xfrm>
        </p:grpSpPr>
        <p:sp>
          <p:nvSpPr>
            <p:cNvPr id="1259" name="Google Shape;1259;g3d26c8ac372_0_1"/>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260" name="Google Shape;1260;g3d26c8ac372_0_1"/>
            <p:cNvCxnSpPr/>
            <p:nvPr/>
          </p:nvCxnSpPr>
          <p:spPr>
            <a:xfrm>
              <a:off x="796100" y="3086750"/>
              <a:ext cx="4462800" cy="0"/>
            </a:xfrm>
            <a:prstGeom prst="straightConnector1">
              <a:avLst/>
            </a:prstGeom>
            <a:noFill/>
            <a:ln w="9525" cap="flat" cmpd="sng">
              <a:solidFill>
                <a:schemeClr val="dk2"/>
              </a:solidFill>
              <a:prstDash val="solid"/>
              <a:round/>
              <a:headEnd type="none" w="sm" len="sm"/>
              <a:tailEnd type="none" w="sm" len="sm"/>
            </a:ln>
          </p:spPr>
        </p:cxnSp>
        <p:sp>
          <p:nvSpPr>
            <p:cNvPr id="1261" name="Google Shape;1261;g3d26c8ac372_0_1"/>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65"/>
        <p:cNvGrpSpPr/>
        <p:nvPr/>
      </p:nvGrpSpPr>
      <p:grpSpPr>
        <a:xfrm>
          <a:off x="0" y="0"/>
          <a:ext cx="0" cy="0"/>
          <a:chOff x="0" y="0"/>
          <a:chExt cx="0" cy="0"/>
        </a:xfrm>
      </p:grpSpPr>
      <p:sp>
        <p:nvSpPr>
          <p:cNvPr id="1266" name="Google Shape;1266;g3d26c8ac372_0_262"/>
          <p:cNvSpPr txBox="1">
            <a:spLocks noGrp="1"/>
          </p:cNvSpPr>
          <p:nvPr>
            <p:ph type="subTitle" idx="1"/>
          </p:nvPr>
        </p:nvSpPr>
        <p:spPr>
          <a:xfrm>
            <a:off x="1039500" y="902550"/>
            <a:ext cx="7065000" cy="3338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ial"/>
              <a:ea typeface="Arial"/>
              <a:cs typeface="Arial"/>
              <a:sym typeface="Arial"/>
            </a:endParaRPr>
          </a:p>
          <a:p>
            <a:pPr marL="0" lvl="0" indent="0" algn="l" rtl="0">
              <a:spcBef>
                <a:spcPts val="0"/>
              </a:spcBef>
              <a:spcAft>
                <a:spcPts val="0"/>
              </a:spcAft>
              <a:buNone/>
            </a:pPr>
            <a:r>
              <a:rPr lang="en" b="1">
                <a:latin typeface="Arial"/>
                <a:ea typeface="Arial"/>
                <a:cs typeface="Arial"/>
                <a:sym typeface="Arial"/>
              </a:rPr>
              <a:t>Σκοπός </a:t>
            </a:r>
            <a:r>
              <a:rPr lang="en">
                <a:latin typeface="Arial"/>
                <a:ea typeface="Arial"/>
                <a:cs typeface="Arial"/>
                <a:sym typeface="Arial"/>
              </a:rPr>
              <a:t>είναι η ανάπτυξη ενός αυτόνομου ρομπότ που μπορεί να μεταφέρει μικρά αντικείμενα μέσα σε ένα πανεπιστημιακό κτίριο αξιόπιστα. Μέσα από προσομοίωση της λειτουργίας του σε περιβάλλον του WeBots, επικεντρωνόμαστε σε τρία βασικά σημεία:</a:t>
            </a:r>
            <a:endParaRPr>
              <a:latin typeface="Arial"/>
              <a:ea typeface="Arial"/>
              <a:cs typeface="Arial"/>
              <a:sym typeface="Arial"/>
            </a:endParaRPr>
          </a:p>
          <a:p>
            <a:pPr marL="457200" lvl="0" indent="-298450" algn="l" rtl="0">
              <a:spcBef>
                <a:spcPts val="1200"/>
              </a:spcBef>
              <a:spcAft>
                <a:spcPts val="0"/>
              </a:spcAft>
              <a:buClr>
                <a:srgbClr val="000000"/>
              </a:buClr>
              <a:buSzPts val="1100"/>
              <a:buFont typeface="Arial"/>
              <a:buChar char="➢"/>
            </a:pPr>
            <a:r>
              <a:rPr lang="en">
                <a:latin typeface="Arial"/>
                <a:ea typeface="Arial"/>
                <a:cs typeface="Arial"/>
                <a:sym typeface="Arial"/>
              </a:rPr>
              <a:t>Την αυτόνομη πλοήγηση ανάμεσα σε στάσεις και χώρους,</a:t>
            </a:r>
            <a:endParaRPr>
              <a:latin typeface="Arial"/>
              <a:ea typeface="Arial"/>
              <a:cs typeface="Arial"/>
              <a:sym typeface="Arial"/>
            </a:endParaRPr>
          </a:p>
          <a:p>
            <a:pPr marL="457200" lvl="0" indent="-298450" algn="l" rtl="0">
              <a:spcBef>
                <a:spcPts val="0"/>
              </a:spcBef>
              <a:spcAft>
                <a:spcPts val="0"/>
              </a:spcAft>
              <a:buClr>
                <a:srgbClr val="000000"/>
              </a:buClr>
              <a:buSzPts val="1100"/>
              <a:buFont typeface="Arial"/>
              <a:buChar char="➢"/>
            </a:pPr>
            <a:r>
              <a:rPr lang="en">
                <a:latin typeface="Arial"/>
                <a:ea typeface="Arial"/>
                <a:cs typeface="Arial"/>
                <a:sym typeface="Arial"/>
              </a:rPr>
              <a:t>Την αποφυγή εμποδίων μέσω αισθητήρων,</a:t>
            </a:r>
            <a:endParaRPr>
              <a:latin typeface="Arial"/>
              <a:ea typeface="Arial"/>
              <a:cs typeface="Arial"/>
              <a:sym typeface="Arial"/>
            </a:endParaRPr>
          </a:p>
          <a:p>
            <a:pPr marL="457200" lvl="0" indent="-298450" algn="l" rtl="0">
              <a:spcBef>
                <a:spcPts val="0"/>
              </a:spcBef>
              <a:spcAft>
                <a:spcPts val="0"/>
              </a:spcAft>
              <a:buClr>
                <a:srgbClr val="000000"/>
              </a:buClr>
              <a:buSzPts val="1100"/>
              <a:buFont typeface="Arial"/>
              <a:buChar char="➢"/>
            </a:pPr>
            <a:r>
              <a:rPr lang="en">
                <a:latin typeface="Arial"/>
                <a:ea typeface="Arial"/>
                <a:cs typeface="Arial"/>
                <a:sym typeface="Arial"/>
              </a:rPr>
              <a:t>Την αξιολόγηση χρόνου και ποσοστού επιτυχίας αποστολών.</a:t>
            </a:r>
            <a:endParaRPr>
              <a:latin typeface="Arial"/>
              <a:ea typeface="Arial"/>
              <a:cs typeface="Arial"/>
              <a:sym typeface="Arial"/>
            </a:endParaRPr>
          </a:p>
          <a:p>
            <a:pPr marL="0" lvl="0" indent="0" algn="l" rtl="0">
              <a:spcBef>
                <a:spcPts val="1200"/>
              </a:spcBef>
              <a:spcAft>
                <a:spcPts val="1200"/>
              </a:spcAft>
              <a:buNone/>
            </a:pPr>
            <a:endParaRPr>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70"/>
        <p:cNvGrpSpPr/>
        <p:nvPr/>
      </p:nvGrpSpPr>
      <p:grpSpPr>
        <a:xfrm>
          <a:off x="0" y="0"/>
          <a:ext cx="0" cy="0"/>
          <a:chOff x="0" y="0"/>
          <a:chExt cx="0" cy="0"/>
        </a:xfrm>
      </p:grpSpPr>
      <p:sp>
        <p:nvSpPr>
          <p:cNvPr id="1271" name="Google Shape;1271;g3d26c8ac372_0_47"/>
          <p:cNvSpPr txBox="1">
            <a:spLocks noGrp="1"/>
          </p:cNvSpPr>
          <p:nvPr>
            <p:ph type="title" idx="2"/>
          </p:nvPr>
        </p:nvSpPr>
        <p:spPr>
          <a:xfrm>
            <a:off x="720000" y="1025725"/>
            <a:ext cx="1702500" cy="993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6000"/>
              <a:buNone/>
            </a:pPr>
            <a:r>
              <a:rPr lang="en"/>
              <a:t>03</a:t>
            </a:r>
            <a:endParaRPr/>
          </a:p>
        </p:txBody>
      </p:sp>
      <p:grpSp>
        <p:nvGrpSpPr>
          <p:cNvPr id="1272" name="Google Shape;1272;g3d26c8ac372_0_47"/>
          <p:cNvGrpSpPr/>
          <p:nvPr/>
        </p:nvGrpSpPr>
        <p:grpSpPr>
          <a:xfrm>
            <a:off x="-374387" y="3354325"/>
            <a:ext cx="3922593" cy="2969900"/>
            <a:chOff x="-374387" y="3354325"/>
            <a:chExt cx="3922593" cy="2969900"/>
          </a:xfrm>
        </p:grpSpPr>
        <p:pic>
          <p:nvPicPr>
            <p:cNvPr id="1273" name="Google Shape;1273;g3d26c8ac372_0_47"/>
            <p:cNvPicPr preferRelativeResize="0"/>
            <p:nvPr/>
          </p:nvPicPr>
          <p:blipFill rotWithShape="1">
            <a:blip r:embed="rId3">
              <a:alphaModFix/>
            </a:blip>
            <a:srcRect l="16960" t="24719" r="7121" b="26177"/>
            <a:stretch/>
          </p:blipFill>
          <p:spPr>
            <a:xfrm>
              <a:off x="-374387" y="3354325"/>
              <a:ext cx="3891276" cy="2969900"/>
            </a:xfrm>
            <a:prstGeom prst="rect">
              <a:avLst/>
            </a:prstGeom>
            <a:noFill/>
            <a:ln>
              <a:noFill/>
            </a:ln>
          </p:spPr>
        </p:pic>
        <p:grpSp>
          <p:nvGrpSpPr>
            <p:cNvPr id="1274" name="Google Shape;1274;g3d26c8ac372_0_47"/>
            <p:cNvGrpSpPr/>
            <p:nvPr/>
          </p:nvGrpSpPr>
          <p:grpSpPr>
            <a:xfrm>
              <a:off x="1853586" y="4445562"/>
              <a:ext cx="1694620" cy="1360169"/>
              <a:chOff x="7945225" y="4302000"/>
              <a:chExt cx="904666" cy="726121"/>
            </a:xfrm>
          </p:grpSpPr>
          <p:sp>
            <p:nvSpPr>
              <p:cNvPr id="1275" name="Google Shape;1275;g3d26c8ac372_0_47"/>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6" name="Google Shape;1276;g3d26c8ac372_0_47"/>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7" name="Google Shape;1277;g3d26c8ac372_0_47"/>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1278" name="Google Shape;1278;g3d26c8ac372_0_47"/>
          <p:cNvSpPr txBox="1">
            <a:spLocks noGrp="1"/>
          </p:cNvSpPr>
          <p:nvPr>
            <p:ph type="title"/>
          </p:nvPr>
        </p:nvSpPr>
        <p:spPr>
          <a:xfrm>
            <a:off x="720000" y="2184075"/>
            <a:ext cx="5598000" cy="841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600"/>
              <a:buNone/>
            </a:pPr>
            <a:r>
              <a:rPr lang="en"/>
              <a:t>Βιβλιογραφική Ανασκόπηση</a:t>
            </a:r>
            <a:endParaRPr/>
          </a:p>
        </p:txBody>
      </p:sp>
      <p:grpSp>
        <p:nvGrpSpPr>
          <p:cNvPr id="1279" name="Google Shape;1279;g3d26c8ac372_0_47"/>
          <p:cNvGrpSpPr/>
          <p:nvPr/>
        </p:nvGrpSpPr>
        <p:grpSpPr>
          <a:xfrm>
            <a:off x="6487513" y="-1301175"/>
            <a:ext cx="4268216" cy="6666030"/>
            <a:chOff x="6128138" y="-1301175"/>
            <a:chExt cx="4268216" cy="6666030"/>
          </a:xfrm>
        </p:grpSpPr>
        <p:sp>
          <p:nvSpPr>
            <p:cNvPr id="1280" name="Google Shape;1280;g3d26c8ac372_0_47"/>
            <p:cNvSpPr/>
            <p:nvPr/>
          </p:nvSpPr>
          <p:spPr>
            <a:xfrm>
              <a:off x="6368175" y="103161"/>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1" name="Google Shape;1281;g3d26c8ac372_0_47"/>
            <p:cNvSpPr/>
            <p:nvPr/>
          </p:nvSpPr>
          <p:spPr>
            <a:xfrm>
              <a:off x="6711143" y="81300"/>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2" name="Google Shape;1282;g3d26c8ac372_0_47"/>
            <p:cNvSpPr/>
            <p:nvPr/>
          </p:nvSpPr>
          <p:spPr>
            <a:xfrm>
              <a:off x="7243039" y="2456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3" name="Google Shape;1283;g3d26c8ac372_0_47"/>
            <p:cNvSpPr/>
            <p:nvPr/>
          </p:nvSpPr>
          <p:spPr>
            <a:xfrm>
              <a:off x="6875804" y="622450"/>
              <a:ext cx="1860443" cy="4595326"/>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4" name="Google Shape;1284;g3d26c8ac372_0_47"/>
            <p:cNvSpPr/>
            <p:nvPr/>
          </p:nvSpPr>
          <p:spPr>
            <a:xfrm>
              <a:off x="6573850" y="621225"/>
              <a:ext cx="1860443" cy="4595326"/>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85" name="Google Shape;1285;g3d26c8ac372_0_47"/>
            <p:cNvPicPr preferRelativeResize="0"/>
            <p:nvPr/>
          </p:nvPicPr>
          <p:blipFill rotWithShape="1">
            <a:blip r:embed="rId3">
              <a:alphaModFix/>
            </a:blip>
            <a:srcRect l="16960" t="24719" r="7121" b="26177"/>
            <a:stretch/>
          </p:blipFill>
          <p:spPr>
            <a:xfrm>
              <a:off x="6128138" y="-1301175"/>
              <a:ext cx="4198516" cy="3204401"/>
            </a:xfrm>
            <a:prstGeom prst="rect">
              <a:avLst/>
            </a:prstGeom>
            <a:noFill/>
            <a:ln>
              <a:noFill/>
            </a:ln>
          </p:spPr>
        </p:pic>
        <p:grpSp>
          <p:nvGrpSpPr>
            <p:cNvPr id="1286" name="Google Shape;1286;g3d26c8ac372_0_47"/>
            <p:cNvGrpSpPr/>
            <p:nvPr/>
          </p:nvGrpSpPr>
          <p:grpSpPr>
            <a:xfrm rot="5400000">
              <a:off x="7873341" y="4254316"/>
              <a:ext cx="708100" cy="708500"/>
              <a:chOff x="3678700" y="407275"/>
              <a:chExt cx="708100" cy="708500"/>
            </a:xfrm>
          </p:grpSpPr>
          <p:sp>
            <p:nvSpPr>
              <p:cNvPr id="1287" name="Google Shape;1287;g3d26c8ac372_0_47"/>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8" name="Google Shape;1288;g3d26c8ac372_0_47"/>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9" name="Google Shape;1289;g3d26c8ac372_0_47"/>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0" name="Google Shape;1290;g3d26c8ac372_0_47"/>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1" name="Google Shape;1291;g3d26c8ac372_0_47"/>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2" name="Google Shape;1292;g3d26c8ac372_0_47"/>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3" name="Google Shape;1293;g3d26c8ac372_0_47"/>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94" name="Google Shape;1294;g3d26c8ac372_0_47"/>
            <p:cNvGrpSpPr/>
            <p:nvPr/>
          </p:nvGrpSpPr>
          <p:grpSpPr>
            <a:xfrm rot="5400000">
              <a:off x="8639847" y="3354198"/>
              <a:ext cx="457787" cy="458045"/>
              <a:chOff x="3678700" y="407275"/>
              <a:chExt cx="708100" cy="708500"/>
            </a:xfrm>
          </p:grpSpPr>
          <p:sp>
            <p:nvSpPr>
              <p:cNvPr id="1295" name="Google Shape;1295;g3d26c8ac372_0_47"/>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6" name="Google Shape;1296;g3d26c8ac372_0_47"/>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7" name="Google Shape;1297;g3d26c8ac372_0_47"/>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8" name="Google Shape;1298;g3d26c8ac372_0_47"/>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9" name="Google Shape;1299;g3d26c8ac372_0_47"/>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0" name="Google Shape;1300;g3d26c8ac372_0_47"/>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1" name="Google Shape;1301;g3d26c8ac372_0_47"/>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302" name="Google Shape;1302;g3d26c8ac372_0_47"/>
            <p:cNvGrpSpPr/>
            <p:nvPr/>
          </p:nvGrpSpPr>
          <p:grpSpPr>
            <a:xfrm>
              <a:off x="7787268" y="539497"/>
              <a:ext cx="208184" cy="208184"/>
              <a:chOff x="8356813" y="1074288"/>
              <a:chExt cx="351900" cy="351900"/>
            </a:xfrm>
          </p:grpSpPr>
          <p:sp>
            <p:nvSpPr>
              <p:cNvPr id="1303" name="Google Shape;1303;g3d26c8ac372_0_47"/>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4" name="Google Shape;1304;g3d26c8ac372_0_47"/>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305" name="Google Shape;1305;g3d26c8ac372_0_47"/>
            <p:cNvGrpSpPr/>
            <p:nvPr/>
          </p:nvGrpSpPr>
          <p:grpSpPr>
            <a:xfrm>
              <a:off x="7194843" y="2467660"/>
              <a:ext cx="208184" cy="208184"/>
              <a:chOff x="8356813" y="1074288"/>
              <a:chExt cx="351900" cy="351900"/>
            </a:xfrm>
          </p:grpSpPr>
          <p:sp>
            <p:nvSpPr>
              <p:cNvPr id="1306" name="Google Shape;1306;g3d26c8ac372_0_47"/>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7" name="Google Shape;1307;g3d26c8ac372_0_47"/>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308" name="Google Shape;1308;g3d26c8ac372_0_47"/>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309" name="Google Shape;1309;g3d26c8ac372_0_47"/>
          <p:cNvGrpSpPr/>
          <p:nvPr/>
        </p:nvGrpSpPr>
        <p:grpSpPr>
          <a:xfrm>
            <a:off x="762875" y="3354326"/>
            <a:ext cx="4558967" cy="134100"/>
            <a:chOff x="796100" y="3019701"/>
            <a:chExt cx="4558967" cy="134100"/>
          </a:xfrm>
        </p:grpSpPr>
        <p:sp>
          <p:nvSpPr>
            <p:cNvPr id="1310" name="Google Shape;1310;g3d26c8ac372_0_47"/>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311" name="Google Shape;1311;g3d26c8ac372_0_47"/>
            <p:cNvCxnSpPr/>
            <p:nvPr/>
          </p:nvCxnSpPr>
          <p:spPr>
            <a:xfrm>
              <a:off x="796100" y="3086750"/>
              <a:ext cx="4462800" cy="0"/>
            </a:xfrm>
            <a:prstGeom prst="straightConnector1">
              <a:avLst/>
            </a:prstGeom>
            <a:noFill/>
            <a:ln w="9525" cap="flat" cmpd="sng">
              <a:solidFill>
                <a:schemeClr val="dk2"/>
              </a:solidFill>
              <a:prstDash val="solid"/>
              <a:round/>
              <a:headEnd type="none" w="sm" len="sm"/>
              <a:tailEnd type="none" w="sm" len="sm"/>
            </a:ln>
          </p:spPr>
        </p:cxnSp>
        <p:sp>
          <p:nvSpPr>
            <p:cNvPr id="1312" name="Google Shape;1312;g3d26c8ac372_0_47"/>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6"/>
        <p:cNvGrpSpPr/>
        <p:nvPr/>
      </p:nvGrpSpPr>
      <p:grpSpPr>
        <a:xfrm>
          <a:off x="0" y="0"/>
          <a:ext cx="0" cy="0"/>
          <a:chOff x="0" y="0"/>
          <a:chExt cx="0" cy="0"/>
        </a:xfrm>
      </p:grpSpPr>
      <p:sp>
        <p:nvSpPr>
          <p:cNvPr id="1317" name="Google Shape;1317;p6"/>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t>Οι πηγές που μελετήσαμε </a:t>
            </a:r>
            <a:endParaRPr/>
          </a:p>
        </p:txBody>
      </p:sp>
      <p:sp>
        <p:nvSpPr>
          <p:cNvPr id="1318" name="Google Shape;1318;p6"/>
          <p:cNvSpPr txBox="1">
            <a:spLocks noGrp="1"/>
          </p:cNvSpPr>
          <p:nvPr>
            <p:ph type="subTitle" idx="6"/>
          </p:nvPr>
        </p:nvSpPr>
        <p:spPr>
          <a:xfrm>
            <a:off x="6448972" y="2578925"/>
            <a:ext cx="1981800" cy="4023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SzPts val="2400"/>
              <a:buNone/>
            </a:pPr>
            <a:r>
              <a:rPr lang="en"/>
              <a:t>Gargouri et al. (2025)</a:t>
            </a:r>
            <a:endParaRPr/>
          </a:p>
        </p:txBody>
      </p:sp>
      <p:sp>
        <p:nvSpPr>
          <p:cNvPr id="1319" name="Google Shape;1319;p6"/>
          <p:cNvSpPr txBox="1">
            <a:spLocks noGrp="1"/>
          </p:cNvSpPr>
          <p:nvPr>
            <p:ph type="subTitle" idx="1"/>
          </p:nvPr>
        </p:nvSpPr>
        <p:spPr>
          <a:xfrm>
            <a:off x="719975" y="2898075"/>
            <a:ext cx="1981800" cy="128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sz="1500" b="1">
                <a:latin typeface="Arial"/>
                <a:ea typeface="Arial"/>
                <a:cs typeface="Arial"/>
                <a:sym typeface="Arial"/>
              </a:rPr>
              <a:t>Indoor delivery - Routing</a:t>
            </a:r>
            <a:endParaRPr>
              <a:latin typeface="Arial"/>
              <a:ea typeface="Arial"/>
              <a:cs typeface="Arial"/>
              <a:sym typeface="Arial"/>
            </a:endParaRPr>
          </a:p>
        </p:txBody>
      </p:sp>
      <p:sp>
        <p:nvSpPr>
          <p:cNvPr id="1320" name="Google Shape;1320;p6"/>
          <p:cNvSpPr txBox="1">
            <a:spLocks noGrp="1"/>
          </p:cNvSpPr>
          <p:nvPr>
            <p:ph type="subTitle" idx="2"/>
          </p:nvPr>
        </p:nvSpPr>
        <p:spPr>
          <a:xfrm>
            <a:off x="3584475" y="2903725"/>
            <a:ext cx="1981800" cy="1336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sz="1500" b="1">
                <a:latin typeface="Arial"/>
                <a:ea typeface="Arial"/>
                <a:cs typeface="Arial"/>
                <a:sym typeface="Arial"/>
              </a:rPr>
              <a:t>Indoor navigation</a:t>
            </a:r>
            <a:endParaRPr>
              <a:latin typeface="Arial"/>
              <a:ea typeface="Arial"/>
              <a:cs typeface="Arial"/>
              <a:sym typeface="Arial"/>
            </a:endParaRPr>
          </a:p>
        </p:txBody>
      </p:sp>
      <p:sp>
        <p:nvSpPr>
          <p:cNvPr id="1321" name="Google Shape;1321;p6"/>
          <p:cNvSpPr txBox="1">
            <a:spLocks noGrp="1"/>
          </p:cNvSpPr>
          <p:nvPr>
            <p:ph type="subTitle" idx="3"/>
          </p:nvPr>
        </p:nvSpPr>
        <p:spPr>
          <a:xfrm>
            <a:off x="6448975" y="2903725"/>
            <a:ext cx="1981800" cy="1081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sz="1500" b="1">
                <a:latin typeface="Arial"/>
                <a:ea typeface="Arial"/>
                <a:cs typeface="Arial"/>
                <a:sym typeface="Arial"/>
              </a:rPr>
              <a:t>Navigation architecture &amp; evaluation</a:t>
            </a:r>
            <a:endParaRPr>
              <a:latin typeface="Arial"/>
              <a:ea typeface="Arial"/>
              <a:cs typeface="Arial"/>
              <a:sym typeface="Arial"/>
            </a:endParaRPr>
          </a:p>
        </p:txBody>
      </p:sp>
      <p:sp>
        <p:nvSpPr>
          <p:cNvPr id="1322" name="Google Shape;1322;p6"/>
          <p:cNvSpPr txBox="1">
            <a:spLocks noGrp="1"/>
          </p:cNvSpPr>
          <p:nvPr>
            <p:ph type="subTitle" idx="4"/>
          </p:nvPr>
        </p:nvSpPr>
        <p:spPr>
          <a:xfrm>
            <a:off x="719975" y="2578925"/>
            <a:ext cx="1981800" cy="4023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SzPts val="2400"/>
              <a:buNone/>
            </a:pPr>
            <a:r>
              <a:rPr lang="en"/>
              <a:t>Kim &amp; Jung (2022)</a:t>
            </a:r>
            <a:endParaRPr/>
          </a:p>
        </p:txBody>
      </p:sp>
      <p:sp>
        <p:nvSpPr>
          <p:cNvPr id="1323" name="Google Shape;1323;p6"/>
          <p:cNvSpPr txBox="1">
            <a:spLocks noGrp="1"/>
          </p:cNvSpPr>
          <p:nvPr>
            <p:ph type="subTitle" idx="5"/>
          </p:nvPr>
        </p:nvSpPr>
        <p:spPr>
          <a:xfrm>
            <a:off x="3584483" y="2578925"/>
            <a:ext cx="1981800" cy="4023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SzPts val="2400"/>
              <a:buNone/>
            </a:pPr>
            <a:r>
              <a:rPr lang="en"/>
              <a:t>Salihu et al. (2025)</a:t>
            </a:r>
            <a:endParaRPr/>
          </a:p>
        </p:txBody>
      </p:sp>
      <p:grpSp>
        <p:nvGrpSpPr>
          <p:cNvPr id="1324" name="Google Shape;1324;p6"/>
          <p:cNvGrpSpPr/>
          <p:nvPr/>
        </p:nvGrpSpPr>
        <p:grpSpPr>
          <a:xfrm>
            <a:off x="6542368" y="1735974"/>
            <a:ext cx="405064" cy="449511"/>
            <a:chOff x="7186804" y="1436452"/>
            <a:chExt cx="429502" cy="476631"/>
          </a:xfrm>
        </p:grpSpPr>
        <p:sp>
          <p:nvSpPr>
            <p:cNvPr id="1325" name="Google Shape;1325;p6"/>
            <p:cNvSpPr/>
            <p:nvPr/>
          </p:nvSpPr>
          <p:spPr>
            <a:xfrm>
              <a:off x="7186804" y="1436452"/>
              <a:ext cx="340056" cy="476631"/>
            </a:xfrm>
            <a:custGeom>
              <a:avLst/>
              <a:gdLst/>
              <a:ahLst/>
              <a:cxnLst/>
              <a:rect l="l" t="t" r="r" b="b"/>
              <a:pathLst>
                <a:path w="8976" h="12581" extrusionOk="0">
                  <a:moveTo>
                    <a:pt x="6913" y="667"/>
                  </a:moveTo>
                  <a:lnTo>
                    <a:pt x="8389" y="2359"/>
                  </a:lnTo>
                  <a:lnTo>
                    <a:pt x="6913" y="2359"/>
                  </a:lnTo>
                  <a:lnTo>
                    <a:pt x="6913" y="667"/>
                  </a:lnTo>
                  <a:close/>
                  <a:moveTo>
                    <a:pt x="183" y="0"/>
                  </a:moveTo>
                  <a:cubicBezTo>
                    <a:pt x="82" y="0"/>
                    <a:pt x="0" y="83"/>
                    <a:pt x="0" y="183"/>
                  </a:cubicBezTo>
                  <a:lnTo>
                    <a:pt x="0" y="12400"/>
                  </a:lnTo>
                  <a:cubicBezTo>
                    <a:pt x="0" y="12500"/>
                    <a:pt x="82" y="12581"/>
                    <a:pt x="182" y="12581"/>
                  </a:cubicBezTo>
                  <a:lnTo>
                    <a:pt x="1858" y="12581"/>
                  </a:lnTo>
                  <a:cubicBezTo>
                    <a:pt x="1953" y="12581"/>
                    <a:pt x="2039" y="12512"/>
                    <a:pt x="2047" y="12418"/>
                  </a:cubicBezTo>
                  <a:cubicBezTo>
                    <a:pt x="2056" y="12311"/>
                    <a:pt x="1972" y="12222"/>
                    <a:pt x="1868" y="12222"/>
                  </a:cubicBezTo>
                  <a:lnTo>
                    <a:pt x="360" y="12222"/>
                  </a:lnTo>
                  <a:lnTo>
                    <a:pt x="360" y="360"/>
                  </a:lnTo>
                  <a:lnTo>
                    <a:pt x="6552" y="360"/>
                  </a:lnTo>
                  <a:lnTo>
                    <a:pt x="6552" y="2535"/>
                  </a:lnTo>
                  <a:cubicBezTo>
                    <a:pt x="6552" y="2636"/>
                    <a:pt x="6635" y="2719"/>
                    <a:pt x="6736" y="2719"/>
                  </a:cubicBezTo>
                  <a:lnTo>
                    <a:pt x="8617" y="2719"/>
                  </a:lnTo>
                  <a:lnTo>
                    <a:pt x="8617" y="12222"/>
                  </a:lnTo>
                  <a:lnTo>
                    <a:pt x="2768" y="12222"/>
                  </a:lnTo>
                  <a:cubicBezTo>
                    <a:pt x="2673" y="12222"/>
                    <a:pt x="2587" y="12291"/>
                    <a:pt x="2578" y="12385"/>
                  </a:cubicBezTo>
                  <a:cubicBezTo>
                    <a:pt x="2569" y="12492"/>
                    <a:pt x="2654" y="12581"/>
                    <a:pt x="2761" y="12581"/>
                  </a:cubicBezTo>
                  <a:lnTo>
                    <a:pt x="8793" y="12581"/>
                  </a:lnTo>
                  <a:cubicBezTo>
                    <a:pt x="8895" y="12581"/>
                    <a:pt x="8976" y="12499"/>
                    <a:pt x="8976" y="12398"/>
                  </a:cubicBezTo>
                  <a:lnTo>
                    <a:pt x="8976" y="2550"/>
                  </a:lnTo>
                  <a:cubicBezTo>
                    <a:pt x="8976" y="2505"/>
                    <a:pt x="8960" y="2462"/>
                    <a:pt x="8931" y="2430"/>
                  </a:cubicBezTo>
                  <a:lnTo>
                    <a:pt x="6868" y="63"/>
                  </a:lnTo>
                  <a:cubicBezTo>
                    <a:pt x="6832" y="22"/>
                    <a:pt x="6782" y="0"/>
                    <a:pt x="6728"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6" name="Google Shape;1326;p6"/>
            <p:cNvSpPr/>
            <p:nvPr/>
          </p:nvSpPr>
          <p:spPr>
            <a:xfrm>
              <a:off x="7306407" y="1594129"/>
              <a:ext cx="32581" cy="13639"/>
            </a:xfrm>
            <a:custGeom>
              <a:avLst/>
              <a:gdLst/>
              <a:ahLst/>
              <a:cxnLst/>
              <a:rect l="l" t="t" r="r" b="b"/>
              <a:pathLst>
                <a:path w="860" h="360" extrusionOk="0">
                  <a:moveTo>
                    <a:pt x="199" y="0"/>
                  </a:moveTo>
                  <a:cubicBezTo>
                    <a:pt x="104" y="0"/>
                    <a:pt x="19" y="69"/>
                    <a:pt x="10" y="164"/>
                  </a:cubicBezTo>
                  <a:cubicBezTo>
                    <a:pt x="1" y="269"/>
                    <a:pt x="85" y="360"/>
                    <a:pt x="189" y="360"/>
                  </a:cubicBezTo>
                  <a:lnTo>
                    <a:pt x="663" y="360"/>
                  </a:lnTo>
                  <a:cubicBezTo>
                    <a:pt x="758" y="360"/>
                    <a:pt x="843" y="290"/>
                    <a:pt x="851" y="196"/>
                  </a:cubicBezTo>
                  <a:cubicBezTo>
                    <a:pt x="860" y="89"/>
                    <a:pt x="776" y="0"/>
                    <a:pt x="671"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7" name="Google Shape;1327;p6"/>
            <p:cNvSpPr/>
            <p:nvPr/>
          </p:nvSpPr>
          <p:spPr>
            <a:xfrm>
              <a:off x="7307430" y="1621369"/>
              <a:ext cx="132522" cy="13714"/>
            </a:xfrm>
            <a:custGeom>
              <a:avLst/>
              <a:gdLst/>
              <a:ahLst/>
              <a:cxnLst/>
              <a:rect l="l" t="t" r="r" b="b"/>
              <a:pathLst>
                <a:path w="3498" h="362" extrusionOk="0">
                  <a:moveTo>
                    <a:pt x="198" y="1"/>
                  </a:moveTo>
                  <a:cubicBezTo>
                    <a:pt x="103" y="1"/>
                    <a:pt x="18" y="70"/>
                    <a:pt x="10" y="164"/>
                  </a:cubicBezTo>
                  <a:cubicBezTo>
                    <a:pt x="0" y="272"/>
                    <a:pt x="84" y="361"/>
                    <a:pt x="189" y="361"/>
                  </a:cubicBezTo>
                  <a:lnTo>
                    <a:pt x="3299" y="361"/>
                  </a:lnTo>
                  <a:cubicBezTo>
                    <a:pt x="3396" y="361"/>
                    <a:pt x="3480" y="292"/>
                    <a:pt x="3488" y="198"/>
                  </a:cubicBezTo>
                  <a:cubicBezTo>
                    <a:pt x="3497" y="90"/>
                    <a:pt x="3413" y="1"/>
                    <a:pt x="3309"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8" name="Google Shape;1328;p6"/>
            <p:cNvSpPr/>
            <p:nvPr/>
          </p:nvSpPr>
          <p:spPr>
            <a:xfrm>
              <a:off x="7356567" y="1594129"/>
              <a:ext cx="119186" cy="13639"/>
            </a:xfrm>
            <a:custGeom>
              <a:avLst/>
              <a:gdLst/>
              <a:ahLst/>
              <a:cxnLst/>
              <a:rect l="l" t="t" r="r" b="b"/>
              <a:pathLst>
                <a:path w="3146" h="360" extrusionOk="0">
                  <a:moveTo>
                    <a:pt x="199" y="0"/>
                  </a:moveTo>
                  <a:cubicBezTo>
                    <a:pt x="103" y="0"/>
                    <a:pt x="18" y="69"/>
                    <a:pt x="10" y="164"/>
                  </a:cubicBezTo>
                  <a:cubicBezTo>
                    <a:pt x="1" y="271"/>
                    <a:pt x="85" y="360"/>
                    <a:pt x="189" y="360"/>
                  </a:cubicBezTo>
                  <a:lnTo>
                    <a:pt x="2948" y="360"/>
                  </a:lnTo>
                  <a:cubicBezTo>
                    <a:pt x="3043" y="360"/>
                    <a:pt x="3128" y="290"/>
                    <a:pt x="3137" y="196"/>
                  </a:cubicBezTo>
                  <a:cubicBezTo>
                    <a:pt x="3146" y="89"/>
                    <a:pt x="3062" y="0"/>
                    <a:pt x="2957"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9" name="Google Shape;1329;p6"/>
            <p:cNvSpPr/>
            <p:nvPr/>
          </p:nvSpPr>
          <p:spPr>
            <a:xfrm>
              <a:off x="7235941" y="1582764"/>
              <a:ext cx="59290" cy="52281"/>
            </a:xfrm>
            <a:custGeom>
              <a:avLst/>
              <a:gdLst/>
              <a:ahLst/>
              <a:cxnLst/>
              <a:rect l="l" t="t" r="r" b="b"/>
              <a:pathLst>
                <a:path w="1565" h="1380" extrusionOk="0">
                  <a:moveTo>
                    <a:pt x="1355" y="0"/>
                  </a:moveTo>
                  <a:cubicBezTo>
                    <a:pt x="1298" y="0"/>
                    <a:pt x="1241" y="27"/>
                    <a:pt x="1205" y="77"/>
                  </a:cubicBezTo>
                  <a:lnTo>
                    <a:pt x="623" y="894"/>
                  </a:lnTo>
                  <a:lnTo>
                    <a:pt x="350" y="564"/>
                  </a:lnTo>
                  <a:cubicBezTo>
                    <a:pt x="313" y="520"/>
                    <a:pt x="261" y="498"/>
                    <a:pt x="208" y="498"/>
                  </a:cubicBezTo>
                  <a:cubicBezTo>
                    <a:pt x="166" y="498"/>
                    <a:pt x="125" y="512"/>
                    <a:pt x="90" y="541"/>
                  </a:cubicBezTo>
                  <a:cubicBezTo>
                    <a:pt x="11" y="606"/>
                    <a:pt x="1" y="721"/>
                    <a:pt x="67" y="800"/>
                  </a:cubicBezTo>
                  <a:lnTo>
                    <a:pt x="493" y="1314"/>
                  </a:lnTo>
                  <a:cubicBezTo>
                    <a:pt x="529" y="1354"/>
                    <a:pt x="580" y="1379"/>
                    <a:pt x="634" y="1379"/>
                  </a:cubicBezTo>
                  <a:lnTo>
                    <a:pt x="641" y="1379"/>
                  </a:lnTo>
                  <a:cubicBezTo>
                    <a:pt x="698" y="1376"/>
                    <a:pt x="751" y="1349"/>
                    <a:pt x="784" y="1302"/>
                  </a:cubicBezTo>
                  <a:lnTo>
                    <a:pt x="1505" y="291"/>
                  </a:lnTo>
                  <a:cubicBezTo>
                    <a:pt x="1564" y="208"/>
                    <a:pt x="1545" y="93"/>
                    <a:pt x="1462" y="34"/>
                  </a:cubicBezTo>
                  <a:cubicBezTo>
                    <a:pt x="1429" y="11"/>
                    <a:pt x="1392" y="0"/>
                    <a:pt x="1355"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0" name="Google Shape;1330;p6"/>
            <p:cNvSpPr/>
            <p:nvPr/>
          </p:nvSpPr>
          <p:spPr>
            <a:xfrm>
              <a:off x="7306407" y="1667323"/>
              <a:ext cx="32581" cy="13639"/>
            </a:xfrm>
            <a:custGeom>
              <a:avLst/>
              <a:gdLst/>
              <a:ahLst/>
              <a:cxnLst/>
              <a:rect l="l" t="t" r="r" b="b"/>
              <a:pathLst>
                <a:path w="860" h="360" extrusionOk="0">
                  <a:moveTo>
                    <a:pt x="199" y="1"/>
                  </a:moveTo>
                  <a:cubicBezTo>
                    <a:pt x="104" y="1"/>
                    <a:pt x="19" y="70"/>
                    <a:pt x="10" y="164"/>
                  </a:cubicBezTo>
                  <a:cubicBezTo>
                    <a:pt x="1" y="271"/>
                    <a:pt x="85" y="360"/>
                    <a:pt x="189" y="360"/>
                  </a:cubicBezTo>
                  <a:lnTo>
                    <a:pt x="663" y="360"/>
                  </a:lnTo>
                  <a:cubicBezTo>
                    <a:pt x="758" y="360"/>
                    <a:pt x="843" y="291"/>
                    <a:pt x="851" y="197"/>
                  </a:cubicBezTo>
                  <a:cubicBezTo>
                    <a:pt x="860" y="90"/>
                    <a:pt x="776" y="1"/>
                    <a:pt x="671"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1" name="Google Shape;1331;p6"/>
            <p:cNvSpPr/>
            <p:nvPr/>
          </p:nvSpPr>
          <p:spPr>
            <a:xfrm>
              <a:off x="7307430" y="1694638"/>
              <a:ext cx="132484" cy="13676"/>
            </a:xfrm>
            <a:custGeom>
              <a:avLst/>
              <a:gdLst/>
              <a:ahLst/>
              <a:cxnLst/>
              <a:rect l="l" t="t" r="r" b="b"/>
              <a:pathLst>
                <a:path w="3497" h="361" extrusionOk="0">
                  <a:moveTo>
                    <a:pt x="198" y="0"/>
                  </a:moveTo>
                  <a:cubicBezTo>
                    <a:pt x="103" y="0"/>
                    <a:pt x="18" y="70"/>
                    <a:pt x="10" y="165"/>
                  </a:cubicBezTo>
                  <a:cubicBezTo>
                    <a:pt x="0" y="270"/>
                    <a:pt x="84" y="361"/>
                    <a:pt x="189" y="361"/>
                  </a:cubicBezTo>
                  <a:lnTo>
                    <a:pt x="3298" y="361"/>
                  </a:lnTo>
                  <a:cubicBezTo>
                    <a:pt x="3393" y="361"/>
                    <a:pt x="3479" y="291"/>
                    <a:pt x="3487" y="197"/>
                  </a:cubicBezTo>
                  <a:cubicBezTo>
                    <a:pt x="3496" y="89"/>
                    <a:pt x="3412" y="0"/>
                    <a:pt x="3308"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2" name="Google Shape;1332;p6"/>
            <p:cNvSpPr/>
            <p:nvPr/>
          </p:nvSpPr>
          <p:spPr>
            <a:xfrm>
              <a:off x="7356529" y="1667323"/>
              <a:ext cx="119224" cy="13639"/>
            </a:xfrm>
            <a:custGeom>
              <a:avLst/>
              <a:gdLst/>
              <a:ahLst/>
              <a:cxnLst/>
              <a:rect l="l" t="t" r="r" b="b"/>
              <a:pathLst>
                <a:path w="3147" h="360" extrusionOk="0">
                  <a:moveTo>
                    <a:pt x="199" y="1"/>
                  </a:moveTo>
                  <a:cubicBezTo>
                    <a:pt x="102" y="1"/>
                    <a:pt x="17" y="70"/>
                    <a:pt x="10" y="164"/>
                  </a:cubicBezTo>
                  <a:cubicBezTo>
                    <a:pt x="1" y="271"/>
                    <a:pt x="84" y="360"/>
                    <a:pt x="189" y="360"/>
                  </a:cubicBezTo>
                  <a:lnTo>
                    <a:pt x="2949" y="360"/>
                  </a:lnTo>
                  <a:cubicBezTo>
                    <a:pt x="3044" y="360"/>
                    <a:pt x="3129" y="291"/>
                    <a:pt x="3138" y="197"/>
                  </a:cubicBezTo>
                  <a:cubicBezTo>
                    <a:pt x="3147" y="90"/>
                    <a:pt x="3063" y="1"/>
                    <a:pt x="2958"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3" name="Google Shape;1333;p6"/>
            <p:cNvSpPr/>
            <p:nvPr/>
          </p:nvSpPr>
          <p:spPr>
            <a:xfrm>
              <a:off x="7235941" y="1656602"/>
              <a:ext cx="59290" cy="52281"/>
            </a:xfrm>
            <a:custGeom>
              <a:avLst/>
              <a:gdLst/>
              <a:ahLst/>
              <a:cxnLst/>
              <a:rect l="l" t="t" r="r" b="b"/>
              <a:pathLst>
                <a:path w="1565" h="1380" extrusionOk="0">
                  <a:moveTo>
                    <a:pt x="1356" y="1"/>
                  </a:moveTo>
                  <a:cubicBezTo>
                    <a:pt x="1298" y="1"/>
                    <a:pt x="1241" y="27"/>
                    <a:pt x="1205" y="77"/>
                  </a:cubicBezTo>
                  <a:lnTo>
                    <a:pt x="623" y="894"/>
                  </a:lnTo>
                  <a:lnTo>
                    <a:pt x="350" y="564"/>
                  </a:lnTo>
                  <a:cubicBezTo>
                    <a:pt x="313" y="521"/>
                    <a:pt x="261" y="498"/>
                    <a:pt x="208" y="498"/>
                  </a:cubicBezTo>
                  <a:cubicBezTo>
                    <a:pt x="166" y="498"/>
                    <a:pt x="125" y="512"/>
                    <a:pt x="90" y="541"/>
                  </a:cubicBezTo>
                  <a:cubicBezTo>
                    <a:pt x="12" y="604"/>
                    <a:pt x="1" y="719"/>
                    <a:pt x="67" y="798"/>
                  </a:cubicBezTo>
                  <a:lnTo>
                    <a:pt x="493" y="1312"/>
                  </a:lnTo>
                  <a:cubicBezTo>
                    <a:pt x="529" y="1354"/>
                    <a:pt x="580" y="1379"/>
                    <a:pt x="634" y="1379"/>
                  </a:cubicBezTo>
                  <a:lnTo>
                    <a:pt x="641" y="1379"/>
                  </a:lnTo>
                  <a:cubicBezTo>
                    <a:pt x="698" y="1376"/>
                    <a:pt x="751" y="1349"/>
                    <a:pt x="784" y="1302"/>
                  </a:cubicBezTo>
                  <a:lnTo>
                    <a:pt x="1505" y="291"/>
                  </a:lnTo>
                  <a:cubicBezTo>
                    <a:pt x="1564" y="208"/>
                    <a:pt x="1545" y="93"/>
                    <a:pt x="1462" y="34"/>
                  </a:cubicBezTo>
                  <a:cubicBezTo>
                    <a:pt x="1430" y="12"/>
                    <a:pt x="1392" y="1"/>
                    <a:pt x="1356"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4" name="Google Shape;1334;p6"/>
            <p:cNvSpPr/>
            <p:nvPr/>
          </p:nvSpPr>
          <p:spPr>
            <a:xfrm>
              <a:off x="7306407" y="1740593"/>
              <a:ext cx="32581" cy="13676"/>
            </a:xfrm>
            <a:custGeom>
              <a:avLst/>
              <a:gdLst/>
              <a:ahLst/>
              <a:cxnLst/>
              <a:rect l="l" t="t" r="r" b="b"/>
              <a:pathLst>
                <a:path w="860" h="361" extrusionOk="0">
                  <a:moveTo>
                    <a:pt x="199" y="0"/>
                  </a:moveTo>
                  <a:cubicBezTo>
                    <a:pt x="104" y="0"/>
                    <a:pt x="19" y="69"/>
                    <a:pt x="10" y="163"/>
                  </a:cubicBezTo>
                  <a:cubicBezTo>
                    <a:pt x="1" y="271"/>
                    <a:pt x="85" y="360"/>
                    <a:pt x="189" y="360"/>
                  </a:cubicBezTo>
                  <a:lnTo>
                    <a:pt x="663" y="360"/>
                  </a:lnTo>
                  <a:cubicBezTo>
                    <a:pt x="758" y="360"/>
                    <a:pt x="843" y="290"/>
                    <a:pt x="851" y="196"/>
                  </a:cubicBezTo>
                  <a:cubicBezTo>
                    <a:pt x="860" y="89"/>
                    <a:pt x="776" y="0"/>
                    <a:pt x="671"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5" name="Google Shape;1335;p6"/>
            <p:cNvSpPr/>
            <p:nvPr/>
          </p:nvSpPr>
          <p:spPr>
            <a:xfrm>
              <a:off x="7307430" y="1769158"/>
              <a:ext cx="132484" cy="13676"/>
            </a:xfrm>
            <a:custGeom>
              <a:avLst/>
              <a:gdLst/>
              <a:ahLst/>
              <a:cxnLst/>
              <a:rect l="l" t="t" r="r" b="b"/>
              <a:pathLst>
                <a:path w="3497" h="361" extrusionOk="0">
                  <a:moveTo>
                    <a:pt x="198" y="0"/>
                  </a:moveTo>
                  <a:cubicBezTo>
                    <a:pt x="103" y="0"/>
                    <a:pt x="18" y="69"/>
                    <a:pt x="10" y="164"/>
                  </a:cubicBezTo>
                  <a:cubicBezTo>
                    <a:pt x="0" y="269"/>
                    <a:pt x="84" y="360"/>
                    <a:pt x="189" y="360"/>
                  </a:cubicBezTo>
                  <a:lnTo>
                    <a:pt x="3298" y="360"/>
                  </a:lnTo>
                  <a:cubicBezTo>
                    <a:pt x="3393" y="360"/>
                    <a:pt x="3479" y="290"/>
                    <a:pt x="3487" y="196"/>
                  </a:cubicBezTo>
                  <a:cubicBezTo>
                    <a:pt x="3496" y="89"/>
                    <a:pt x="3412" y="0"/>
                    <a:pt x="3308"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6" name="Google Shape;1336;p6"/>
            <p:cNvSpPr/>
            <p:nvPr/>
          </p:nvSpPr>
          <p:spPr>
            <a:xfrm>
              <a:off x="7356567" y="1740593"/>
              <a:ext cx="119186" cy="13676"/>
            </a:xfrm>
            <a:custGeom>
              <a:avLst/>
              <a:gdLst/>
              <a:ahLst/>
              <a:cxnLst/>
              <a:rect l="l" t="t" r="r" b="b"/>
              <a:pathLst>
                <a:path w="3146" h="361" extrusionOk="0">
                  <a:moveTo>
                    <a:pt x="199" y="0"/>
                  </a:moveTo>
                  <a:cubicBezTo>
                    <a:pt x="103" y="0"/>
                    <a:pt x="18" y="69"/>
                    <a:pt x="10" y="163"/>
                  </a:cubicBezTo>
                  <a:cubicBezTo>
                    <a:pt x="1" y="271"/>
                    <a:pt x="85" y="360"/>
                    <a:pt x="189" y="360"/>
                  </a:cubicBezTo>
                  <a:lnTo>
                    <a:pt x="2948" y="360"/>
                  </a:lnTo>
                  <a:cubicBezTo>
                    <a:pt x="3043" y="360"/>
                    <a:pt x="3128" y="290"/>
                    <a:pt x="3137" y="196"/>
                  </a:cubicBezTo>
                  <a:cubicBezTo>
                    <a:pt x="3146" y="89"/>
                    <a:pt x="3062" y="0"/>
                    <a:pt x="2957"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7" name="Google Shape;1337;p6"/>
            <p:cNvSpPr/>
            <p:nvPr/>
          </p:nvSpPr>
          <p:spPr>
            <a:xfrm>
              <a:off x="7235941" y="1730402"/>
              <a:ext cx="59290" cy="52281"/>
            </a:xfrm>
            <a:custGeom>
              <a:avLst/>
              <a:gdLst/>
              <a:ahLst/>
              <a:cxnLst/>
              <a:rect l="l" t="t" r="r" b="b"/>
              <a:pathLst>
                <a:path w="1565" h="1380" extrusionOk="0">
                  <a:moveTo>
                    <a:pt x="1356" y="1"/>
                  </a:moveTo>
                  <a:cubicBezTo>
                    <a:pt x="1298" y="1"/>
                    <a:pt x="1241" y="28"/>
                    <a:pt x="1205" y="77"/>
                  </a:cubicBezTo>
                  <a:lnTo>
                    <a:pt x="623" y="894"/>
                  </a:lnTo>
                  <a:lnTo>
                    <a:pt x="350" y="564"/>
                  </a:lnTo>
                  <a:cubicBezTo>
                    <a:pt x="313" y="521"/>
                    <a:pt x="261" y="498"/>
                    <a:pt x="208" y="498"/>
                  </a:cubicBezTo>
                  <a:cubicBezTo>
                    <a:pt x="166" y="498"/>
                    <a:pt x="125" y="512"/>
                    <a:pt x="90" y="541"/>
                  </a:cubicBezTo>
                  <a:cubicBezTo>
                    <a:pt x="12" y="604"/>
                    <a:pt x="1" y="719"/>
                    <a:pt x="67" y="798"/>
                  </a:cubicBezTo>
                  <a:lnTo>
                    <a:pt x="493" y="1312"/>
                  </a:lnTo>
                  <a:cubicBezTo>
                    <a:pt x="529" y="1354"/>
                    <a:pt x="580" y="1379"/>
                    <a:pt x="634" y="1379"/>
                  </a:cubicBezTo>
                  <a:lnTo>
                    <a:pt x="641" y="1379"/>
                  </a:lnTo>
                  <a:cubicBezTo>
                    <a:pt x="698" y="1376"/>
                    <a:pt x="751" y="1349"/>
                    <a:pt x="784" y="1302"/>
                  </a:cubicBezTo>
                  <a:lnTo>
                    <a:pt x="1505" y="291"/>
                  </a:lnTo>
                  <a:cubicBezTo>
                    <a:pt x="1564" y="208"/>
                    <a:pt x="1545" y="93"/>
                    <a:pt x="1462" y="34"/>
                  </a:cubicBezTo>
                  <a:cubicBezTo>
                    <a:pt x="1430" y="12"/>
                    <a:pt x="1392" y="1"/>
                    <a:pt x="1356"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8" name="Google Shape;1338;p6"/>
            <p:cNvSpPr/>
            <p:nvPr/>
          </p:nvSpPr>
          <p:spPr>
            <a:xfrm>
              <a:off x="7306407" y="1815037"/>
              <a:ext cx="32581" cy="13714"/>
            </a:xfrm>
            <a:custGeom>
              <a:avLst/>
              <a:gdLst/>
              <a:ahLst/>
              <a:cxnLst/>
              <a:rect l="l" t="t" r="r" b="b"/>
              <a:pathLst>
                <a:path w="860" h="362" extrusionOk="0">
                  <a:moveTo>
                    <a:pt x="199" y="1"/>
                  </a:moveTo>
                  <a:cubicBezTo>
                    <a:pt x="104" y="1"/>
                    <a:pt x="19" y="71"/>
                    <a:pt x="10" y="165"/>
                  </a:cubicBezTo>
                  <a:cubicBezTo>
                    <a:pt x="1" y="271"/>
                    <a:pt x="85" y="361"/>
                    <a:pt x="189" y="361"/>
                  </a:cubicBezTo>
                  <a:lnTo>
                    <a:pt x="663" y="361"/>
                  </a:lnTo>
                  <a:cubicBezTo>
                    <a:pt x="758" y="361"/>
                    <a:pt x="843" y="292"/>
                    <a:pt x="851" y="198"/>
                  </a:cubicBezTo>
                  <a:cubicBezTo>
                    <a:pt x="860" y="90"/>
                    <a:pt x="776" y="1"/>
                    <a:pt x="671"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9" name="Google Shape;1339;p6"/>
            <p:cNvSpPr/>
            <p:nvPr/>
          </p:nvSpPr>
          <p:spPr>
            <a:xfrm>
              <a:off x="7307430" y="1842352"/>
              <a:ext cx="132484" cy="13676"/>
            </a:xfrm>
            <a:custGeom>
              <a:avLst/>
              <a:gdLst/>
              <a:ahLst/>
              <a:cxnLst/>
              <a:rect l="l" t="t" r="r" b="b"/>
              <a:pathLst>
                <a:path w="3497" h="361" extrusionOk="0">
                  <a:moveTo>
                    <a:pt x="198" y="1"/>
                  </a:moveTo>
                  <a:cubicBezTo>
                    <a:pt x="103" y="1"/>
                    <a:pt x="18" y="70"/>
                    <a:pt x="10" y="164"/>
                  </a:cubicBezTo>
                  <a:cubicBezTo>
                    <a:pt x="0" y="272"/>
                    <a:pt x="84" y="361"/>
                    <a:pt x="189" y="361"/>
                  </a:cubicBezTo>
                  <a:lnTo>
                    <a:pt x="3298" y="361"/>
                  </a:lnTo>
                  <a:cubicBezTo>
                    <a:pt x="3393" y="361"/>
                    <a:pt x="3479" y="291"/>
                    <a:pt x="3487" y="196"/>
                  </a:cubicBezTo>
                  <a:cubicBezTo>
                    <a:pt x="3496" y="90"/>
                    <a:pt x="3412" y="1"/>
                    <a:pt x="3308"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0" name="Google Shape;1340;p6"/>
            <p:cNvSpPr/>
            <p:nvPr/>
          </p:nvSpPr>
          <p:spPr>
            <a:xfrm>
              <a:off x="7356529" y="1814999"/>
              <a:ext cx="119224" cy="13714"/>
            </a:xfrm>
            <a:custGeom>
              <a:avLst/>
              <a:gdLst/>
              <a:ahLst/>
              <a:cxnLst/>
              <a:rect l="l" t="t" r="r" b="b"/>
              <a:pathLst>
                <a:path w="3147" h="362" extrusionOk="0">
                  <a:moveTo>
                    <a:pt x="199" y="1"/>
                  </a:moveTo>
                  <a:cubicBezTo>
                    <a:pt x="102" y="1"/>
                    <a:pt x="17" y="70"/>
                    <a:pt x="10" y="164"/>
                  </a:cubicBezTo>
                  <a:cubicBezTo>
                    <a:pt x="1" y="272"/>
                    <a:pt x="84" y="361"/>
                    <a:pt x="189" y="361"/>
                  </a:cubicBezTo>
                  <a:lnTo>
                    <a:pt x="2949" y="361"/>
                  </a:lnTo>
                  <a:cubicBezTo>
                    <a:pt x="3044" y="361"/>
                    <a:pt x="3129" y="292"/>
                    <a:pt x="3138" y="198"/>
                  </a:cubicBezTo>
                  <a:cubicBezTo>
                    <a:pt x="3147" y="91"/>
                    <a:pt x="3063" y="1"/>
                    <a:pt x="2958"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1" name="Google Shape;1341;p6"/>
            <p:cNvSpPr/>
            <p:nvPr/>
          </p:nvSpPr>
          <p:spPr>
            <a:xfrm>
              <a:off x="7236055" y="1813711"/>
              <a:ext cx="43227" cy="42810"/>
            </a:xfrm>
            <a:custGeom>
              <a:avLst/>
              <a:gdLst/>
              <a:ahLst/>
              <a:cxnLst/>
              <a:rect l="l" t="t" r="r" b="b"/>
              <a:pathLst>
                <a:path w="1141" h="1130" extrusionOk="0">
                  <a:moveTo>
                    <a:pt x="939" y="0"/>
                  </a:moveTo>
                  <a:cubicBezTo>
                    <a:pt x="890" y="0"/>
                    <a:pt x="842" y="19"/>
                    <a:pt x="805" y="57"/>
                  </a:cubicBezTo>
                  <a:lnTo>
                    <a:pt x="572" y="301"/>
                  </a:lnTo>
                  <a:lnTo>
                    <a:pt x="337" y="57"/>
                  </a:lnTo>
                  <a:cubicBezTo>
                    <a:pt x="301" y="19"/>
                    <a:pt x="253" y="1"/>
                    <a:pt x="204" y="1"/>
                  </a:cubicBezTo>
                  <a:cubicBezTo>
                    <a:pt x="158" y="1"/>
                    <a:pt x="112" y="18"/>
                    <a:pt x="76" y="52"/>
                  </a:cubicBezTo>
                  <a:cubicBezTo>
                    <a:pt x="3" y="123"/>
                    <a:pt x="2" y="239"/>
                    <a:pt x="71" y="312"/>
                  </a:cubicBezTo>
                  <a:lnTo>
                    <a:pt x="315" y="565"/>
                  </a:lnTo>
                  <a:lnTo>
                    <a:pt x="71" y="818"/>
                  </a:lnTo>
                  <a:cubicBezTo>
                    <a:pt x="1" y="892"/>
                    <a:pt x="3" y="1008"/>
                    <a:pt x="76" y="1078"/>
                  </a:cubicBezTo>
                  <a:cubicBezTo>
                    <a:pt x="112" y="1113"/>
                    <a:pt x="158" y="1129"/>
                    <a:pt x="205" y="1129"/>
                  </a:cubicBezTo>
                  <a:cubicBezTo>
                    <a:pt x="253" y="1129"/>
                    <a:pt x="302" y="1112"/>
                    <a:pt x="337" y="1073"/>
                  </a:cubicBezTo>
                  <a:lnTo>
                    <a:pt x="572" y="830"/>
                  </a:lnTo>
                  <a:lnTo>
                    <a:pt x="805" y="1073"/>
                  </a:lnTo>
                  <a:cubicBezTo>
                    <a:pt x="842" y="1111"/>
                    <a:pt x="889" y="1129"/>
                    <a:pt x="938" y="1129"/>
                  </a:cubicBezTo>
                  <a:cubicBezTo>
                    <a:pt x="983" y="1129"/>
                    <a:pt x="1029" y="1113"/>
                    <a:pt x="1066" y="1078"/>
                  </a:cubicBezTo>
                  <a:cubicBezTo>
                    <a:pt x="1139" y="1008"/>
                    <a:pt x="1140" y="891"/>
                    <a:pt x="1071" y="818"/>
                  </a:cubicBezTo>
                  <a:lnTo>
                    <a:pt x="827" y="565"/>
                  </a:lnTo>
                  <a:lnTo>
                    <a:pt x="1071" y="312"/>
                  </a:lnTo>
                  <a:cubicBezTo>
                    <a:pt x="1140" y="238"/>
                    <a:pt x="1139" y="122"/>
                    <a:pt x="1066" y="52"/>
                  </a:cubicBezTo>
                  <a:cubicBezTo>
                    <a:pt x="1030" y="18"/>
                    <a:pt x="984" y="0"/>
                    <a:pt x="939"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2" name="Google Shape;1342;p6"/>
            <p:cNvSpPr/>
            <p:nvPr/>
          </p:nvSpPr>
          <p:spPr>
            <a:xfrm>
              <a:off x="7549212" y="1528664"/>
              <a:ext cx="67094" cy="383737"/>
            </a:xfrm>
            <a:custGeom>
              <a:avLst/>
              <a:gdLst/>
              <a:ahLst/>
              <a:cxnLst/>
              <a:rect l="l" t="t" r="r" b="b"/>
              <a:pathLst>
                <a:path w="1771" h="10129" extrusionOk="0">
                  <a:moveTo>
                    <a:pt x="591" y="369"/>
                  </a:moveTo>
                  <a:cubicBezTo>
                    <a:pt x="718" y="369"/>
                    <a:pt x="821" y="469"/>
                    <a:pt x="821" y="592"/>
                  </a:cubicBezTo>
                  <a:lnTo>
                    <a:pt x="821" y="1236"/>
                  </a:lnTo>
                  <a:lnTo>
                    <a:pt x="362" y="1236"/>
                  </a:lnTo>
                  <a:lnTo>
                    <a:pt x="362" y="599"/>
                  </a:lnTo>
                  <a:cubicBezTo>
                    <a:pt x="362" y="501"/>
                    <a:pt x="424" y="410"/>
                    <a:pt x="518" y="380"/>
                  </a:cubicBezTo>
                  <a:cubicBezTo>
                    <a:pt x="543" y="373"/>
                    <a:pt x="568" y="369"/>
                    <a:pt x="591" y="369"/>
                  </a:cubicBezTo>
                  <a:close/>
                  <a:moveTo>
                    <a:pt x="732" y="9099"/>
                  </a:moveTo>
                  <a:lnTo>
                    <a:pt x="596" y="9448"/>
                  </a:lnTo>
                  <a:lnTo>
                    <a:pt x="459" y="9099"/>
                  </a:lnTo>
                  <a:close/>
                  <a:moveTo>
                    <a:pt x="592" y="1"/>
                  </a:moveTo>
                  <a:cubicBezTo>
                    <a:pt x="267" y="1"/>
                    <a:pt x="1" y="265"/>
                    <a:pt x="1" y="590"/>
                  </a:cubicBezTo>
                  <a:lnTo>
                    <a:pt x="1" y="2234"/>
                  </a:lnTo>
                  <a:cubicBezTo>
                    <a:pt x="1" y="2331"/>
                    <a:pt x="70" y="2415"/>
                    <a:pt x="164" y="2423"/>
                  </a:cubicBezTo>
                  <a:cubicBezTo>
                    <a:pt x="170" y="2423"/>
                    <a:pt x="175" y="2423"/>
                    <a:pt x="181" y="2423"/>
                  </a:cubicBezTo>
                  <a:cubicBezTo>
                    <a:pt x="281" y="2423"/>
                    <a:pt x="361" y="2343"/>
                    <a:pt x="361" y="2244"/>
                  </a:cubicBezTo>
                  <a:lnTo>
                    <a:pt x="361" y="1594"/>
                  </a:lnTo>
                  <a:lnTo>
                    <a:pt x="819" y="1594"/>
                  </a:lnTo>
                  <a:lnTo>
                    <a:pt x="819" y="8737"/>
                  </a:lnTo>
                  <a:lnTo>
                    <a:pt x="361" y="8737"/>
                  </a:lnTo>
                  <a:lnTo>
                    <a:pt x="361" y="3101"/>
                  </a:lnTo>
                  <a:cubicBezTo>
                    <a:pt x="361" y="3006"/>
                    <a:pt x="292" y="2920"/>
                    <a:pt x="198" y="2912"/>
                  </a:cubicBezTo>
                  <a:cubicBezTo>
                    <a:pt x="192" y="2911"/>
                    <a:pt x="187" y="2911"/>
                    <a:pt x="181" y="2911"/>
                  </a:cubicBezTo>
                  <a:cubicBezTo>
                    <a:pt x="81" y="2911"/>
                    <a:pt x="1" y="2993"/>
                    <a:pt x="1" y="3095"/>
                  </a:cubicBezTo>
                  <a:lnTo>
                    <a:pt x="1" y="8909"/>
                  </a:lnTo>
                  <a:lnTo>
                    <a:pt x="1" y="8910"/>
                  </a:lnTo>
                  <a:cubicBezTo>
                    <a:pt x="1" y="8931"/>
                    <a:pt x="5" y="8953"/>
                    <a:pt x="12" y="8973"/>
                  </a:cubicBezTo>
                  <a:cubicBezTo>
                    <a:pt x="12" y="8974"/>
                    <a:pt x="419" y="10010"/>
                    <a:pt x="420" y="10014"/>
                  </a:cubicBezTo>
                  <a:cubicBezTo>
                    <a:pt x="450" y="10091"/>
                    <a:pt x="520" y="10129"/>
                    <a:pt x="591" y="10129"/>
                  </a:cubicBezTo>
                  <a:cubicBezTo>
                    <a:pt x="662" y="10129"/>
                    <a:pt x="733" y="10091"/>
                    <a:pt x="763" y="10014"/>
                  </a:cubicBezTo>
                  <a:cubicBezTo>
                    <a:pt x="763" y="10014"/>
                    <a:pt x="1168" y="8977"/>
                    <a:pt x="1168" y="8976"/>
                  </a:cubicBezTo>
                  <a:cubicBezTo>
                    <a:pt x="1177" y="8955"/>
                    <a:pt x="1182" y="8931"/>
                    <a:pt x="1182" y="8909"/>
                  </a:cubicBezTo>
                  <a:lnTo>
                    <a:pt x="1182" y="1594"/>
                  </a:lnTo>
                  <a:lnTo>
                    <a:pt x="1410" y="1594"/>
                  </a:lnTo>
                  <a:lnTo>
                    <a:pt x="1410" y="4081"/>
                  </a:lnTo>
                  <a:cubicBezTo>
                    <a:pt x="1410" y="4176"/>
                    <a:pt x="1481" y="4261"/>
                    <a:pt x="1575" y="4269"/>
                  </a:cubicBezTo>
                  <a:cubicBezTo>
                    <a:pt x="1580" y="4270"/>
                    <a:pt x="1586" y="4270"/>
                    <a:pt x="1591" y="4270"/>
                  </a:cubicBezTo>
                  <a:cubicBezTo>
                    <a:pt x="1691" y="4270"/>
                    <a:pt x="1771" y="4189"/>
                    <a:pt x="1771" y="4090"/>
                  </a:cubicBezTo>
                  <a:lnTo>
                    <a:pt x="1771" y="1414"/>
                  </a:lnTo>
                  <a:cubicBezTo>
                    <a:pt x="1771" y="1317"/>
                    <a:pt x="1690" y="1236"/>
                    <a:pt x="1590" y="1236"/>
                  </a:cubicBezTo>
                  <a:lnTo>
                    <a:pt x="1180" y="1236"/>
                  </a:lnTo>
                  <a:lnTo>
                    <a:pt x="1180" y="605"/>
                  </a:lnTo>
                  <a:cubicBezTo>
                    <a:pt x="1180" y="299"/>
                    <a:pt x="952" y="32"/>
                    <a:pt x="646" y="3"/>
                  </a:cubicBezTo>
                  <a:cubicBezTo>
                    <a:pt x="628" y="2"/>
                    <a:pt x="609" y="1"/>
                    <a:pt x="592"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343" name="Google Shape;1343;p6"/>
          <p:cNvGrpSpPr/>
          <p:nvPr/>
        </p:nvGrpSpPr>
        <p:grpSpPr>
          <a:xfrm>
            <a:off x="3645505" y="1735974"/>
            <a:ext cx="405064" cy="449511"/>
            <a:chOff x="7186804" y="1436452"/>
            <a:chExt cx="429502" cy="476631"/>
          </a:xfrm>
        </p:grpSpPr>
        <p:sp>
          <p:nvSpPr>
            <p:cNvPr id="1344" name="Google Shape;1344;p6"/>
            <p:cNvSpPr/>
            <p:nvPr/>
          </p:nvSpPr>
          <p:spPr>
            <a:xfrm>
              <a:off x="7186804" y="1436452"/>
              <a:ext cx="340056" cy="476631"/>
            </a:xfrm>
            <a:custGeom>
              <a:avLst/>
              <a:gdLst/>
              <a:ahLst/>
              <a:cxnLst/>
              <a:rect l="l" t="t" r="r" b="b"/>
              <a:pathLst>
                <a:path w="8976" h="12581" extrusionOk="0">
                  <a:moveTo>
                    <a:pt x="6913" y="667"/>
                  </a:moveTo>
                  <a:lnTo>
                    <a:pt x="8389" y="2359"/>
                  </a:lnTo>
                  <a:lnTo>
                    <a:pt x="6913" y="2359"/>
                  </a:lnTo>
                  <a:lnTo>
                    <a:pt x="6913" y="667"/>
                  </a:lnTo>
                  <a:close/>
                  <a:moveTo>
                    <a:pt x="183" y="0"/>
                  </a:moveTo>
                  <a:cubicBezTo>
                    <a:pt x="82" y="0"/>
                    <a:pt x="0" y="83"/>
                    <a:pt x="0" y="183"/>
                  </a:cubicBezTo>
                  <a:lnTo>
                    <a:pt x="0" y="12400"/>
                  </a:lnTo>
                  <a:cubicBezTo>
                    <a:pt x="0" y="12500"/>
                    <a:pt x="82" y="12581"/>
                    <a:pt x="182" y="12581"/>
                  </a:cubicBezTo>
                  <a:lnTo>
                    <a:pt x="1858" y="12581"/>
                  </a:lnTo>
                  <a:cubicBezTo>
                    <a:pt x="1953" y="12581"/>
                    <a:pt x="2039" y="12512"/>
                    <a:pt x="2047" y="12418"/>
                  </a:cubicBezTo>
                  <a:cubicBezTo>
                    <a:pt x="2056" y="12311"/>
                    <a:pt x="1972" y="12222"/>
                    <a:pt x="1868" y="12222"/>
                  </a:cubicBezTo>
                  <a:lnTo>
                    <a:pt x="360" y="12222"/>
                  </a:lnTo>
                  <a:lnTo>
                    <a:pt x="360" y="360"/>
                  </a:lnTo>
                  <a:lnTo>
                    <a:pt x="6552" y="360"/>
                  </a:lnTo>
                  <a:lnTo>
                    <a:pt x="6552" y="2535"/>
                  </a:lnTo>
                  <a:cubicBezTo>
                    <a:pt x="6552" y="2636"/>
                    <a:pt x="6635" y="2719"/>
                    <a:pt x="6736" y="2719"/>
                  </a:cubicBezTo>
                  <a:lnTo>
                    <a:pt x="8617" y="2719"/>
                  </a:lnTo>
                  <a:lnTo>
                    <a:pt x="8617" y="12222"/>
                  </a:lnTo>
                  <a:lnTo>
                    <a:pt x="2768" y="12222"/>
                  </a:lnTo>
                  <a:cubicBezTo>
                    <a:pt x="2673" y="12222"/>
                    <a:pt x="2587" y="12291"/>
                    <a:pt x="2578" y="12385"/>
                  </a:cubicBezTo>
                  <a:cubicBezTo>
                    <a:pt x="2569" y="12492"/>
                    <a:pt x="2654" y="12581"/>
                    <a:pt x="2761" y="12581"/>
                  </a:cubicBezTo>
                  <a:lnTo>
                    <a:pt x="8793" y="12581"/>
                  </a:lnTo>
                  <a:cubicBezTo>
                    <a:pt x="8895" y="12581"/>
                    <a:pt x="8976" y="12499"/>
                    <a:pt x="8976" y="12398"/>
                  </a:cubicBezTo>
                  <a:lnTo>
                    <a:pt x="8976" y="2550"/>
                  </a:lnTo>
                  <a:cubicBezTo>
                    <a:pt x="8976" y="2505"/>
                    <a:pt x="8960" y="2462"/>
                    <a:pt x="8931" y="2430"/>
                  </a:cubicBezTo>
                  <a:lnTo>
                    <a:pt x="6868" y="63"/>
                  </a:lnTo>
                  <a:cubicBezTo>
                    <a:pt x="6832" y="22"/>
                    <a:pt x="6782" y="0"/>
                    <a:pt x="6728"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5" name="Google Shape;1345;p6"/>
            <p:cNvSpPr/>
            <p:nvPr/>
          </p:nvSpPr>
          <p:spPr>
            <a:xfrm>
              <a:off x="7306407" y="1594129"/>
              <a:ext cx="32581" cy="13639"/>
            </a:xfrm>
            <a:custGeom>
              <a:avLst/>
              <a:gdLst/>
              <a:ahLst/>
              <a:cxnLst/>
              <a:rect l="l" t="t" r="r" b="b"/>
              <a:pathLst>
                <a:path w="860" h="360" extrusionOk="0">
                  <a:moveTo>
                    <a:pt x="199" y="0"/>
                  </a:moveTo>
                  <a:cubicBezTo>
                    <a:pt x="104" y="0"/>
                    <a:pt x="19" y="69"/>
                    <a:pt x="10" y="164"/>
                  </a:cubicBezTo>
                  <a:cubicBezTo>
                    <a:pt x="1" y="269"/>
                    <a:pt x="85" y="360"/>
                    <a:pt x="189" y="360"/>
                  </a:cubicBezTo>
                  <a:lnTo>
                    <a:pt x="663" y="360"/>
                  </a:lnTo>
                  <a:cubicBezTo>
                    <a:pt x="758" y="360"/>
                    <a:pt x="843" y="290"/>
                    <a:pt x="851" y="196"/>
                  </a:cubicBezTo>
                  <a:cubicBezTo>
                    <a:pt x="860" y="89"/>
                    <a:pt x="776" y="0"/>
                    <a:pt x="671"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6" name="Google Shape;1346;p6"/>
            <p:cNvSpPr/>
            <p:nvPr/>
          </p:nvSpPr>
          <p:spPr>
            <a:xfrm>
              <a:off x="7307430" y="1621369"/>
              <a:ext cx="132522" cy="13714"/>
            </a:xfrm>
            <a:custGeom>
              <a:avLst/>
              <a:gdLst/>
              <a:ahLst/>
              <a:cxnLst/>
              <a:rect l="l" t="t" r="r" b="b"/>
              <a:pathLst>
                <a:path w="3498" h="362" extrusionOk="0">
                  <a:moveTo>
                    <a:pt x="198" y="1"/>
                  </a:moveTo>
                  <a:cubicBezTo>
                    <a:pt x="103" y="1"/>
                    <a:pt x="18" y="70"/>
                    <a:pt x="10" y="164"/>
                  </a:cubicBezTo>
                  <a:cubicBezTo>
                    <a:pt x="0" y="272"/>
                    <a:pt x="84" y="361"/>
                    <a:pt x="189" y="361"/>
                  </a:cubicBezTo>
                  <a:lnTo>
                    <a:pt x="3299" y="361"/>
                  </a:lnTo>
                  <a:cubicBezTo>
                    <a:pt x="3396" y="361"/>
                    <a:pt x="3480" y="292"/>
                    <a:pt x="3488" y="198"/>
                  </a:cubicBezTo>
                  <a:cubicBezTo>
                    <a:pt x="3497" y="90"/>
                    <a:pt x="3413" y="1"/>
                    <a:pt x="3309"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7" name="Google Shape;1347;p6"/>
            <p:cNvSpPr/>
            <p:nvPr/>
          </p:nvSpPr>
          <p:spPr>
            <a:xfrm>
              <a:off x="7356567" y="1594129"/>
              <a:ext cx="119186" cy="13639"/>
            </a:xfrm>
            <a:custGeom>
              <a:avLst/>
              <a:gdLst/>
              <a:ahLst/>
              <a:cxnLst/>
              <a:rect l="l" t="t" r="r" b="b"/>
              <a:pathLst>
                <a:path w="3146" h="360" extrusionOk="0">
                  <a:moveTo>
                    <a:pt x="199" y="0"/>
                  </a:moveTo>
                  <a:cubicBezTo>
                    <a:pt x="103" y="0"/>
                    <a:pt x="18" y="69"/>
                    <a:pt x="10" y="164"/>
                  </a:cubicBezTo>
                  <a:cubicBezTo>
                    <a:pt x="1" y="271"/>
                    <a:pt x="85" y="360"/>
                    <a:pt x="189" y="360"/>
                  </a:cubicBezTo>
                  <a:lnTo>
                    <a:pt x="2948" y="360"/>
                  </a:lnTo>
                  <a:cubicBezTo>
                    <a:pt x="3043" y="360"/>
                    <a:pt x="3128" y="290"/>
                    <a:pt x="3137" y="196"/>
                  </a:cubicBezTo>
                  <a:cubicBezTo>
                    <a:pt x="3146" y="89"/>
                    <a:pt x="3062" y="0"/>
                    <a:pt x="2957"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8" name="Google Shape;1348;p6"/>
            <p:cNvSpPr/>
            <p:nvPr/>
          </p:nvSpPr>
          <p:spPr>
            <a:xfrm>
              <a:off x="7235941" y="1582764"/>
              <a:ext cx="59290" cy="52281"/>
            </a:xfrm>
            <a:custGeom>
              <a:avLst/>
              <a:gdLst/>
              <a:ahLst/>
              <a:cxnLst/>
              <a:rect l="l" t="t" r="r" b="b"/>
              <a:pathLst>
                <a:path w="1565" h="1380" extrusionOk="0">
                  <a:moveTo>
                    <a:pt x="1355" y="0"/>
                  </a:moveTo>
                  <a:cubicBezTo>
                    <a:pt x="1298" y="0"/>
                    <a:pt x="1241" y="27"/>
                    <a:pt x="1205" y="77"/>
                  </a:cubicBezTo>
                  <a:lnTo>
                    <a:pt x="623" y="894"/>
                  </a:lnTo>
                  <a:lnTo>
                    <a:pt x="350" y="564"/>
                  </a:lnTo>
                  <a:cubicBezTo>
                    <a:pt x="313" y="520"/>
                    <a:pt x="261" y="498"/>
                    <a:pt x="208" y="498"/>
                  </a:cubicBezTo>
                  <a:cubicBezTo>
                    <a:pt x="166" y="498"/>
                    <a:pt x="125" y="512"/>
                    <a:pt x="90" y="541"/>
                  </a:cubicBezTo>
                  <a:cubicBezTo>
                    <a:pt x="11" y="606"/>
                    <a:pt x="1" y="721"/>
                    <a:pt x="67" y="800"/>
                  </a:cubicBezTo>
                  <a:lnTo>
                    <a:pt x="493" y="1314"/>
                  </a:lnTo>
                  <a:cubicBezTo>
                    <a:pt x="529" y="1354"/>
                    <a:pt x="580" y="1379"/>
                    <a:pt x="634" y="1379"/>
                  </a:cubicBezTo>
                  <a:lnTo>
                    <a:pt x="641" y="1379"/>
                  </a:lnTo>
                  <a:cubicBezTo>
                    <a:pt x="698" y="1376"/>
                    <a:pt x="751" y="1349"/>
                    <a:pt x="784" y="1302"/>
                  </a:cubicBezTo>
                  <a:lnTo>
                    <a:pt x="1505" y="291"/>
                  </a:lnTo>
                  <a:cubicBezTo>
                    <a:pt x="1564" y="208"/>
                    <a:pt x="1545" y="93"/>
                    <a:pt x="1462" y="34"/>
                  </a:cubicBezTo>
                  <a:cubicBezTo>
                    <a:pt x="1429" y="11"/>
                    <a:pt x="1392" y="0"/>
                    <a:pt x="1355"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9" name="Google Shape;1349;p6"/>
            <p:cNvSpPr/>
            <p:nvPr/>
          </p:nvSpPr>
          <p:spPr>
            <a:xfrm>
              <a:off x="7306407" y="1667323"/>
              <a:ext cx="32581" cy="13639"/>
            </a:xfrm>
            <a:custGeom>
              <a:avLst/>
              <a:gdLst/>
              <a:ahLst/>
              <a:cxnLst/>
              <a:rect l="l" t="t" r="r" b="b"/>
              <a:pathLst>
                <a:path w="860" h="360" extrusionOk="0">
                  <a:moveTo>
                    <a:pt x="199" y="1"/>
                  </a:moveTo>
                  <a:cubicBezTo>
                    <a:pt x="104" y="1"/>
                    <a:pt x="19" y="70"/>
                    <a:pt x="10" y="164"/>
                  </a:cubicBezTo>
                  <a:cubicBezTo>
                    <a:pt x="1" y="271"/>
                    <a:pt x="85" y="360"/>
                    <a:pt x="189" y="360"/>
                  </a:cubicBezTo>
                  <a:lnTo>
                    <a:pt x="663" y="360"/>
                  </a:lnTo>
                  <a:cubicBezTo>
                    <a:pt x="758" y="360"/>
                    <a:pt x="843" y="291"/>
                    <a:pt x="851" y="197"/>
                  </a:cubicBezTo>
                  <a:cubicBezTo>
                    <a:pt x="860" y="90"/>
                    <a:pt x="776" y="1"/>
                    <a:pt x="671"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0" name="Google Shape;1350;p6"/>
            <p:cNvSpPr/>
            <p:nvPr/>
          </p:nvSpPr>
          <p:spPr>
            <a:xfrm>
              <a:off x="7307430" y="1694638"/>
              <a:ext cx="132484" cy="13676"/>
            </a:xfrm>
            <a:custGeom>
              <a:avLst/>
              <a:gdLst/>
              <a:ahLst/>
              <a:cxnLst/>
              <a:rect l="l" t="t" r="r" b="b"/>
              <a:pathLst>
                <a:path w="3497" h="361" extrusionOk="0">
                  <a:moveTo>
                    <a:pt x="198" y="0"/>
                  </a:moveTo>
                  <a:cubicBezTo>
                    <a:pt x="103" y="0"/>
                    <a:pt x="18" y="70"/>
                    <a:pt x="10" y="165"/>
                  </a:cubicBezTo>
                  <a:cubicBezTo>
                    <a:pt x="0" y="270"/>
                    <a:pt x="84" y="361"/>
                    <a:pt x="189" y="361"/>
                  </a:cubicBezTo>
                  <a:lnTo>
                    <a:pt x="3298" y="361"/>
                  </a:lnTo>
                  <a:cubicBezTo>
                    <a:pt x="3393" y="361"/>
                    <a:pt x="3479" y="291"/>
                    <a:pt x="3487" y="197"/>
                  </a:cubicBezTo>
                  <a:cubicBezTo>
                    <a:pt x="3496" y="89"/>
                    <a:pt x="3412" y="0"/>
                    <a:pt x="3308"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1" name="Google Shape;1351;p6"/>
            <p:cNvSpPr/>
            <p:nvPr/>
          </p:nvSpPr>
          <p:spPr>
            <a:xfrm>
              <a:off x="7356529" y="1667323"/>
              <a:ext cx="119224" cy="13639"/>
            </a:xfrm>
            <a:custGeom>
              <a:avLst/>
              <a:gdLst/>
              <a:ahLst/>
              <a:cxnLst/>
              <a:rect l="l" t="t" r="r" b="b"/>
              <a:pathLst>
                <a:path w="3147" h="360" extrusionOk="0">
                  <a:moveTo>
                    <a:pt x="199" y="1"/>
                  </a:moveTo>
                  <a:cubicBezTo>
                    <a:pt x="102" y="1"/>
                    <a:pt x="17" y="70"/>
                    <a:pt x="10" y="164"/>
                  </a:cubicBezTo>
                  <a:cubicBezTo>
                    <a:pt x="1" y="271"/>
                    <a:pt x="84" y="360"/>
                    <a:pt x="189" y="360"/>
                  </a:cubicBezTo>
                  <a:lnTo>
                    <a:pt x="2949" y="360"/>
                  </a:lnTo>
                  <a:cubicBezTo>
                    <a:pt x="3044" y="360"/>
                    <a:pt x="3129" y="291"/>
                    <a:pt x="3138" y="197"/>
                  </a:cubicBezTo>
                  <a:cubicBezTo>
                    <a:pt x="3147" y="90"/>
                    <a:pt x="3063" y="1"/>
                    <a:pt x="2958"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2" name="Google Shape;1352;p6"/>
            <p:cNvSpPr/>
            <p:nvPr/>
          </p:nvSpPr>
          <p:spPr>
            <a:xfrm>
              <a:off x="7235941" y="1656602"/>
              <a:ext cx="59290" cy="52281"/>
            </a:xfrm>
            <a:custGeom>
              <a:avLst/>
              <a:gdLst/>
              <a:ahLst/>
              <a:cxnLst/>
              <a:rect l="l" t="t" r="r" b="b"/>
              <a:pathLst>
                <a:path w="1565" h="1380" extrusionOk="0">
                  <a:moveTo>
                    <a:pt x="1356" y="1"/>
                  </a:moveTo>
                  <a:cubicBezTo>
                    <a:pt x="1298" y="1"/>
                    <a:pt x="1241" y="27"/>
                    <a:pt x="1205" y="77"/>
                  </a:cubicBezTo>
                  <a:lnTo>
                    <a:pt x="623" y="894"/>
                  </a:lnTo>
                  <a:lnTo>
                    <a:pt x="350" y="564"/>
                  </a:lnTo>
                  <a:cubicBezTo>
                    <a:pt x="313" y="521"/>
                    <a:pt x="261" y="498"/>
                    <a:pt x="208" y="498"/>
                  </a:cubicBezTo>
                  <a:cubicBezTo>
                    <a:pt x="166" y="498"/>
                    <a:pt x="125" y="512"/>
                    <a:pt x="90" y="541"/>
                  </a:cubicBezTo>
                  <a:cubicBezTo>
                    <a:pt x="12" y="604"/>
                    <a:pt x="1" y="719"/>
                    <a:pt x="67" y="798"/>
                  </a:cubicBezTo>
                  <a:lnTo>
                    <a:pt x="493" y="1312"/>
                  </a:lnTo>
                  <a:cubicBezTo>
                    <a:pt x="529" y="1354"/>
                    <a:pt x="580" y="1379"/>
                    <a:pt x="634" y="1379"/>
                  </a:cubicBezTo>
                  <a:lnTo>
                    <a:pt x="641" y="1379"/>
                  </a:lnTo>
                  <a:cubicBezTo>
                    <a:pt x="698" y="1376"/>
                    <a:pt x="751" y="1349"/>
                    <a:pt x="784" y="1302"/>
                  </a:cubicBezTo>
                  <a:lnTo>
                    <a:pt x="1505" y="291"/>
                  </a:lnTo>
                  <a:cubicBezTo>
                    <a:pt x="1564" y="208"/>
                    <a:pt x="1545" y="93"/>
                    <a:pt x="1462" y="34"/>
                  </a:cubicBezTo>
                  <a:cubicBezTo>
                    <a:pt x="1430" y="12"/>
                    <a:pt x="1392" y="1"/>
                    <a:pt x="1356"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3" name="Google Shape;1353;p6"/>
            <p:cNvSpPr/>
            <p:nvPr/>
          </p:nvSpPr>
          <p:spPr>
            <a:xfrm>
              <a:off x="7306407" y="1740593"/>
              <a:ext cx="32581" cy="13676"/>
            </a:xfrm>
            <a:custGeom>
              <a:avLst/>
              <a:gdLst/>
              <a:ahLst/>
              <a:cxnLst/>
              <a:rect l="l" t="t" r="r" b="b"/>
              <a:pathLst>
                <a:path w="860" h="361" extrusionOk="0">
                  <a:moveTo>
                    <a:pt x="199" y="0"/>
                  </a:moveTo>
                  <a:cubicBezTo>
                    <a:pt x="104" y="0"/>
                    <a:pt x="19" y="69"/>
                    <a:pt x="10" y="163"/>
                  </a:cubicBezTo>
                  <a:cubicBezTo>
                    <a:pt x="1" y="271"/>
                    <a:pt x="85" y="360"/>
                    <a:pt x="189" y="360"/>
                  </a:cubicBezTo>
                  <a:lnTo>
                    <a:pt x="663" y="360"/>
                  </a:lnTo>
                  <a:cubicBezTo>
                    <a:pt x="758" y="360"/>
                    <a:pt x="843" y="290"/>
                    <a:pt x="851" y="196"/>
                  </a:cubicBezTo>
                  <a:cubicBezTo>
                    <a:pt x="860" y="89"/>
                    <a:pt x="776" y="0"/>
                    <a:pt x="671"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4" name="Google Shape;1354;p6"/>
            <p:cNvSpPr/>
            <p:nvPr/>
          </p:nvSpPr>
          <p:spPr>
            <a:xfrm>
              <a:off x="7307430" y="1769158"/>
              <a:ext cx="132484" cy="13676"/>
            </a:xfrm>
            <a:custGeom>
              <a:avLst/>
              <a:gdLst/>
              <a:ahLst/>
              <a:cxnLst/>
              <a:rect l="l" t="t" r="r" b="b"/>
              <a:pathLst>
                <a:path w="3497" h="361" extrusionOk="0">
                  <a:moveTo>
                    <a:pt x="198" y="0"/>
                  </a:moveTo>
                  <a:cubicBezTo>
                    <a:pt x="103" y="0"/>
                    <a:pt x="18" y="69"/>
                    <a:pt x="10" y="164"/>
                  </a:cubicBezTo>
                  <a:cubicBezTo>
                    <a:pt x="0" y="269"/>
                    <a:pt x="84" y="360"/>
                    <a:pt x="189" y="360"/>
                  </a:cubicBezTo>
                  <a:lnTo>
                    <a:pt x="3298" y="360"/>
                  </a:lnTo>
                  <a:cubicBezTo>
                    <a:pt x="3393" y="360"/>
                    <a:pt x="3479" y="290"/>
                    <a:pt x="3487" y="196"/>
                  </a:cubicBezTo>
                  <a:cubicBezTo>
                    <a:pt x="3496" y="89"/>
                    <a:pt x="3412" y="0"/>
                    <a:pt x="3308"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5" name="Google Shape;1355;p6"/>
            <p:cNvSpPr/>
            <p:nvPr/>
          </p:nvSpPr>
          <p:spPr>
            <a:xfrm>
              <a:off x="7356567" y="1740593"/>
              <a:ext cx="119186" cy="13676"/>
            </a:xfrm>
            <a:custGeom>
              <a:avLst/>
              <a:gdLst/>
              <a:ahLst/>
              <a:cxnLst/>
              <a:rect l="l" t="t" r="r" b="b"/>
              <a:pathLst>
                <a:path w="3146" h="361" extrusionOk="0">
                  <a:moveTo>
                    <a:pt x="199" y="0"/>
                  </a:moveTo>
                  <a:cubicBezTo>
                    <a:pt x="103" y="0"/>
                    <a:pt x="18" y="69"/>
                    <a:pt x="10" y="163"/>
                  </a:cubicBezTo>
                  <a:cubicBezTo>
                    <a:pt x="1" y="271"/>
                    <a:pt x="85" y="360"/>
                    <a:pt x="189" y="360"/>
                  </a:cubicBezTo>
                  <a:lnTo>
                    <a:pt x="2948" y="360"/>
                  </a:lnTo>
                  <a:cubicBezTo>
                    <a:pt x="3043" y="360"/>
                    <a:pt x="3128" y="290"/>
                    <a:pt x="3137" y="196"/>
                  </a:cubicBezTo>
                  <a:cubicBezTo>
                    <a:pt x="3146" y="89"/>
                    <a:pt x="3062" y="0"/>
                    <a:pt x="2957"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6" name="Google Shape;1356;p6"/>
            <p:cNvSpPr/>
            <p:nvPr/>
          </p:nvSpPr>
          <p:spPr>
            <a:xfrm>
              <a:off x="7235941" y="1730402"/>
              <a:ext cx="59290" cy="52281"/>
            </a:xfrm>
            <a:custGeom>
              <a:avLst/>
              <a:gdLst/>
              <a:ahLst/>
              <a:cxnLst/>
              <a:rect l="l" t="t" r="r" b="b"/>
              <a:pathLst>
                <a:path w="1565" h="1380" extrusionOk="0">
                  <a:moveTo>
                    <a:pt x="1356" y="1"/>
                  </a:moveTo>
                  <a:cubicBezTo>
                    <a:pt x="1298" y="1"/>
                    <a:pt x="1241" y="28"/>
                    <a:pt x="1205" y="77"/>
                  </a:cubicBezTo>
                  <a:lnTo>
                    <a:pt x="623" y="894"/>
                  </a:lnTo>
                  <a:lnTo>
                    <a:pt x="350" y="564"/>
                  </a:lnTo>
                  <a:cubicBezTo>
                    <a:pt x="313" y="521"/>
                    <a:pt x="261" y="498"/>
                    <a:pt x="208" y="498"/>
                  </a:cubicBezTo>
                  <a:cubicBezTo>
                    <a:pt x="166" y="498"/>
                    <a:pt x="125" y="512"/>
                    <a:pt x="90" y="541"/>
                  </a:cubicBezTo>
                  <a:cubicBezTo>
                    <a:pt x="12" y="604"/>
                    <a:pt x="1" y="719"/>
                    <a:pt x="67" y="798"/>
                  </a:cubicBezTo>
                  <a:lnTo>
                    <a:pt x="493" y="1312"/>
                  </a:lnTo>
                  <a:cubicBezTo>
                    <a:pt x="529" y="1354"/>
                    <a:pt x="580" y="1379"/>
                    <a:pt x="634" y="1379"/>
                  </a:cubicBezTo>
                  <a:lnTo>
                    <a:pt x="641" y="1379"/>
                  </a:lnTo>
                  <a:cubicBezTo>
                    <a:pt x="698" y="1376"/>
                    <a:pt x="751" y="1349"/>
                    <a:pt x="784" y="1302"/>
                  </a:cubicBezTo>
                  <a:lnTo>
                    <a:pt x="1505" y="291"/>
                  </a:lnTo>
                  <a:cubicBezTo>
                    <a:pt x="1564" y="208"/>
                    <a:pt x="1545" y="93"/>
                    <a:pt x="1462" y="34"/>
                  </a:cubicBezTo>
                  <a:cubicBezTo>
                    <a:pt x="1430" y="12"/>
                    <a:pt x="1392" y="1"/>
                    <a:pt x="1356"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7" name="Google Shape;1357;p6"/>
            <p:cNvSpPr/>
            <p:nvPr/>
          </p:nvSpPr>
          <p:spPr>
            <a:xfrm>
              <a:off x="7306407" y="1815037"/>
              <a:ext cx="32581" cy="13714"/>
            </a:xfrm>
            <a:custGeom>
              <a:avLst/>
              <a:gdLst/>
              <a:ahLst/>
              <a:cxnLst/>
              <a:rect l="l" t="t" r="r" b="b"/>
              <a:pathLst>
                <a:path w="860" h="362" extrusionOk="0">
                  <a:moveTo>
                    <a:pt x="199" y="1"/>
                  </a:moveTo>
                  <a:cubicBezTo>
                    <a:pt x="104" y="1"/>
                    <a:pt x="19" y="71"/>
                    <a:pt x="10" y="165"/>
                  </a:cubicBezTo>
                  <a:cubicBezTo>
                    <a:pt x="1" y="271"/>
                    <a:pt x="85" y="361"/>
                    <a:pt x="189" y="361"/>
                  </a:cubicBezTo>
                  <a:lnTo>
                    <a:pt x="663" y="361"/>
                  </a:lnTo>
                  <a:cubicBezTo>
                    <a:pt x="758" y="361"/>
                    <a:pt x="843" y="292"/>
                    <a:pt x="851" y="198"/>
                  </a:cubicBezTo>
                  <a:cubicBezTo>
                    <a:pt x="860" y="90"/>
                    <a:pt x="776" y="1"/>
                    <a:pt x="671"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8" name="Google Shape;1358;p6"/>
            <p:cNvSpPr/>
            <p:nvPr/>
          </p:nvSpPr>
          <p:spPr>
            <a:xfrm>
              <a:off x="7307430" y="1842352"/>
              <a:ext cx="132484" cy="13676"/>
            </a:xfrm>
            <a:custGeom>
              <a:avLst/>
              <a:gdLst/>
              <a:ahLst/>
              <a:cxnLst/>
              <a:rect l="l" t="t" r="r" b="b"/>
              <a:pathLst>
                <a:path w="3497" h="361" extrusionOk="0">
                  <a:moveTo>
                    <a:pt x="198" y="1"/>
                  </a:moveTo>
                  <a:cubicBezTo>
                    <a:pt x="103" y="1"/>
                    <a:pt x="18" y="70"/>
                    <a:pt x="10" y="164"/>
                  </a:cubicBezTo>
                  <a:cubicBezTo>
                    <a:pt x="0" y="272"/>
                    <a:pt x="84" y="361"/>
                    <a:pt x="189" y="361"/>
                  </a:cubicBezTo>
                  <a:lnTo>
                    <a:pt x="3298" y="361"/>
                  </a:lnTo>
                  <a:cubicBezTo>
                    <a:pt x="3393" y="361"/>
                    <a:pt x="3479" y="291"/>
                    <a:pt x="3487" y="196"/>
                  </a:cubicBezTo>
                  <a:cubicBezTo>
                    <a:pt x="3496" y="90"/>
                    <a:pt x="3412" y="1"/>
                    <a:pt x="3308"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9" name="Google Shape;1359;p6"/>
            <p:cNvSpPr/>
            <p:nvPr/>
          </p:nvSpPr>
          <p:spPr>
            <a:xfrm>
              <a:off x="7356529" y="1814999"/>
              <a:ext cx="119224" cy="13714"/>
            </a:xfrm>
            <a:custGeom>
              <a:avLst/>
              <a:gdLst/>
              <a:ahLst/>
              <a:cxnLst/>
              <a:rect l="l" t="t" r="r" b="b"/>
              <a:pathLst>
                <a:path w="3147" h="362" extrusionOk="0">
                  <a:moveTo>
                    <a:pt x="199" y="1"/>
                  </a:moveTo>
                  <a:cubicBezTo>
                    <a:pt x="102" y="1"/>
                    <a:pt x="17" y="70"/>
                    <a:pt x="10" y="164"/>
                  </a:cubicBezTo>
                  <a:cubicBezTo>
                    <a:pt x="1" y="272"/>
                    <a:pt x="84" y="361"/>
                    <a:pt x="189" y="361"/>
                  </a:cubicBezTo>
                  <a:lnTo>
                    <a:pt x="2949" y="361"/>
                  </a:lnTo>
                  <a:cubicBezTo>
                    <a:pt x="3044" y="361"/>
                    <a:pt x="3129" y="292"/>
                    <a:pt x="3138" y="198"/>
                  </a:cubicBezTo>
                  <a:cubicBezTo>
                    <a:pt x="3147" y="91"/>
                    <a:pt x="3063" y="1"/>
                    <a:pt x="2958"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0" name="Google Shape;1360;p6"/>
            <p:cNvSpPr/>
            <p:nvPr/>
          </p:nvSpPr>
          <p:spPr>
            <a:xfrm>
              <a:off x="7236055" y="1813711"/>
              <a:ext cx="43227" cy="42810"/>
            </a:xfrm>
            <a:custGeom>
              <a:avLst/>
              <a:gdLst/>
              <a:ahLst/>
              <a:cxnLst/>
              <a:rect l="l" t="t" r="r" b="b"/>
              <a:pathLst>
                <a:path w="1141" h="1130" extrusionOk="0">
                  <a:moveTo>
                    <a:pt x="939" y="0"/>
                  </a:moveTo>
                  <a:cubicBezTo>
                    <a:pt x="890" y="0"/>
                    <a:pt x="842" y="19"/>
                    <a:pt x="805" y="57"/>
                  </a:cubicBezTo>
                  <a:lnTo>
                    <a:pt x="572" y="301"/>
                  </a:lnTo>
                  <a:lnTo>
                    <a:pt x="337" y="57"/>
                  </a:lnTo>
                  <a:cubicBezTo>
                    <a:pt x="301" y="19"/>
                    <a:pt x="253" y="1"/>
                    <a:pt x="204" y="1"/>
                  </a:cubicBezTo>
                  <a:cubicBezTo>
                    <a:pt x="158" y="1"/>
                    <a:pt x="112" y="18"/>
                    <a:pt x="76" y="52"/>
                  </a:cubicBezTo>
                  <a:cubicBezTo>
                    <a:pt x="3" y="123"/>
                    <a:pt x="2" y="239"/>
                    <a:pt x="71" y="312"/>
                  </a:cubicBezTo>
                  <a:lnTo>
                    <a:pt x="315" y="565"/>
                  </a:lnTo>
                  <a:lnTo>
                    <a:pt x="71" y="818"/>
                  </a:lnTo>
                  <a:cubicBezTo>
                    <a:pt x="1" y="892"/>
                    <a:pt x="3" y="1008"/>
                    <a:pt x="76" y="1078"/>
                  </a:cubicBezTo>
                  <a:cubicBezTo>
                    <a:pt x="112" y="1113"/>
                    <a:pt x="158" y="1129"/>
                    <a:pt x="205" y="1129"/>
                  </a:cubicBezTo>
                  <a:cubicBezTo>
                    <a:pt x="253" y="1129"/>
                    <a:pt x="302" y="1112"/>
                    <a:pt x="337" y="1073"/>
                  </a:cubicBezTo>
                  <a:lnTo>
                    <a:pt x="572" y="830"/>
                  </a:lnTo>
                  <a:lnTo>
                    <a:pt x="805" y="1073"/>
                  </a:lnTo>
                  <a:cubicBezTo>
                    <a:pt x="842" y="1111"/>
                    <a:pt x="889" y="1129"/>
                    <a:pt x="938" y="1129"/>
                  </a:cubicBezTo>
                  <a:cubicBezTo>
                    <a:pt x="983" y="1129"/>
                    <a:pt x="1029" y="1113"/>
                    <a:pt x="1066" y="1078"/>
                  </a:cubicBezTo>
                  <a:cubicBezTo>
                    <a:pt x="1139" y="1008"/>
                    <a:pt x="1140" y="891"/>
                    <a:pt x="1071" y="818"/>
                  </a:cubicBezTo>
                  <a:lnTo>
                    <a:pt x="827" y="565"/>
                  </a:lnTo>
                  <a:lnTo>
                    <a:pt x="1071" y="312"/>
                  </a:lnTo>
                  <a:cubicBezTo>
                    <a:pt x="1140" y="238"/>
                    <a:pt x="1139" y="122"/>
                    <a:pt x="1066" y="52"/>
                  </a:cubicBezTo>
                  <a:cubicBezTo>
                    <a:pt x="1030" y="18"/>
                    <a:pt x="984" y="0"/>
                    <a:pt x="939"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1" name="Google Shape;1361;p6"/>
            <p:cNvSpPr/>
            <p:nvPr/>
          </p:nvSpPr>
          <p:spPr>
            <a:xfrm>
              <a:off x="7549212" y="1528664"/>
              <a:ext cx="67094" cy="383737"/>
            </a:xfrm>
            <a:custGeom>
              <a:avLst/>
              <a:gdLst/>
              <a:ahLst/>
              <a:cxnLst/>
              <a:rect l="l" t="t" r="r" b="b"/>
              <a:pathLst>
                <a:path w="1771" h="10129" extrusionOk="0">
                  <a:moveTo>
                    <a:pt x="591" y="369"/>
                  </a:moveTo>
                  <a:cubicBezTo>
                    <a:pt x="718" y="369"/>
                    <a:pt x="821" y="469"/>
                    <a:pt x="821" y="592"/>
                  </a:cubicBezTo>
                  <a:lnTo>
                    <a:pt x="821" y="1236"/>
                  </a:lnTo>
                  <a:lnTo>
                    <a:pt x="362" y="1236"/>
                  </a:lnTo>
                  <a:lnTo>
                    <a:pt x="362" y="599"/>
                  </a:lnTo>
                  <a:cubicBezTo>
                    <a:pt x="362" y="501"/>
                    <a:pt x="424" y="410"/>
                    <a:pt x="518" y="380"/>
                  </a:cubicBezTo>
                  <a:cubicBezTo>
                    <a:pt x="543" y="373"/>
                    <a:pt x="568" y="369"/>
                    <a:pt x="591" y="369"/>
                  </a:cubicBezTo>
                  <a:close/>
                  <a:moveTo>
                    <a:pt x="732" y="9099"/>
                  </a:moveTo>
                  <a:lnTo>
                    <a:pt x="596" y="9448"/>
                  </a:lnTo>
                  <a:lnTo>
                    <a:pt x="459" y="9099"/>
                  </a:lnTo>
                  <a:close/>
                  <a:moveTo>
                    <a:pt x="592" y="1"/>
                  </a:moveTo>
                  <a:cubicBezTo>
                    <a:pt x="267" y="1"/>
                    <a:pt x="1" y="265"/>
                    <a:pt x="1" y="590"/>
                  </a:cubicBezTo>
                  <a:lnTo>
                    <a:pt x="1" y="2234"/>
                  </a:lnTo>
                  <a:cubicBezTo>
                    <a:pt x="1" y="2331"/>
                    <a:pt x="70" y="2415"/>
                    <a:pt x="164" y="2423"/>
                  </a:cubicBezTo>
                  <a:cubicBezTo>
                    <a:pt x="170" y="2423"/>
                    <a:pt x="175" y="2423"/>
                    <a:pt x="181" y="2423"/>
                  </a:cubicBezTo>
                  <a:cubicBezTo>
                    <a:pt x="281" y="2423"/>
                    <a:pt x="361" y="2343"/>
                    <a:pt x="361" y="2244"/>
                  </a:cubicBezTo>
                  <a:lnTo>
                    <a:pt x="361" y="1594"/>
                  </a:lnTo>
                  <a:lnTo>
                    <a:pt x="819" y="1594"/>
                  </a:lnTo>
                  <a:lnTo>
                    <a:pt x="819" y="8737"/>
                  </a:lnTo>
                  <a:lnTo>
                    <a:pt x="361" y="8737"/>
                  </a:lnTo>
                  <a:lnTo>
                    <a:pt x="361" y="3101"/>
                  </a:lnTo>
                  <a:cubicBezTo>
                    <a:pt x="361" y="3006"/>
                    <a:pt x="292" y="2920"/>
                    <a:pt x="198" y="2912"/>
                  </a:cubicBezTo>
                  <a:cubicBezTo>
                    <a:pt x="192" y="2911"/>
                    <a:pt x="187" y="2911"/>
                    <a:pt x="181" y="2911"/>
                  </a:cubicBezTo>
                  <a:cubicBezTo>
                    <a:pt x="81" y="2911"/>
                    <a:pt x="1" y="2993"/>
                    <a:pt x="1" y="3095"/>
                  </a:cubicBezTo>
                  <a:lnTo>
                    <a:pt x="1" y="8909"/>
                  </a:lnTo>
                  <a:lnTo>
                    <a:pt x="1" y="8910"/>
                  </a:lnTo>
                  <a:cubicBezTo>
                    <a:pt x="1" y="8931"/>
                    <a:pt x="5" y="8953"/>
                    <a:pt x="12" y="8973"/>
                  </a:cubicBezTo>
                  <a:cubicBezTo>
                    <a:pt x="12" y="8974"/>
                    <a:pt x="419" y="10010"/>
                    <a:pt x="420" y="10014"/>
                  </a:cubicBezTo>
                  <a:cubicBezTo>
                    <a:pt x="450" y="10091"/>
                    <a:pt x="520" y="10129"/>
                    <a:pt x="591" y="10129"/>
                  </a:cubicBezTo>
                  <a:cubicBezTo>
                    <a:pt x="662" y="10129"/>
                    <a:pt x="733" y="10091"/>
                    <a:pt x="763" y="10014"/>
                  </a:cubicBezTo>
                  <a:cubicBezTo>
                    <a:pt x="763" y="10014"/>
                    <a:pt x="1168" y="8977"/>
                    <a:pt x="1168" y="8976"/>
                  </a:cubicBezTo>
                  <a:cubicBezTo>
                    <a:pt x="1177" y="8955"/>
                    <a:pt x="1182" y="8931"/>
                    <a:pt x="1182" y="8909"/>
                  </a:cubicBezTo>
                  <a:lnTo>
                    <a:pt x="1182" y="1594"/>
                  </a:lnTo>
                  <a:lnTo>
                    <a:pt x="1410" y="1594"/>
                  </a:lnTo>
                  <a:lnTo>
                    <a:pt x="1410" y="4081"/>
                  </a:lnTo>
                  <a:cubicBezTo>
                    <a:pt x="1410" y="4176"/>
                    <a:pt x="1481" y="4261"/>
                    <a:pt x="1575" y="4269"/>
                  </a:cubicBezTo>
                  <a:cubicBezTo>
                    <a:pt x="1580" y="4270"/>
                    <a:pt x="1586" y="4270"/>
                    <a:pt x="1591" y="4270"/>
                  </a:cubicBezTo>
                  <a:cubicBezTo>
                    <a:pt x="1691" y="4270"/>
                    <a:pt x="1771" y="4189"/>
                    <a:pt x="1771" y="4090"/>
                  </a:cubicBezTo>
                  <a:lnTo>
                    <a:pt x="1771" y="1414"/>
                  </a:lnTo>
                  <a:cubicBezTo>
                    <a:pt x="1771" y="1317"/>
                    <a:pt x="1690" y="1236"/>
                    <a:pt x="1590" y="1236"/>
                  </a:cubicBezTo>
                  <a:lnTo>
                    <a:pt x="1180" y="1236"/>
                  </a:lnTo>
                  <a:lnTo>
                    <a:pt x="1180" y="605"/>
                  </a:lnTo>
                  <a:cubicBezTo>
                    <a:pt x="1180" y="299"/>
                    <a:pt x="952" y="32"/>
                    <a:pt x="646" y="3"/>
                  </a:cubicBezTo>
                  <a:cubicBezTo>
                    <a:pt x="628" y="2"/>
                    <a:pt x="609" y="1"/>
                    <a:pt x="592"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362" name="Google Shape;1362;p6"/>
          <p:cNvGrpSpPr/>
          <p:nvPr/>
        </p:nvGrpSpPr>
        <p:grpSpPr>
          <a:xfrm>
            <a:off x="748643" y="1733149"/>
            <a:ext cx="405064" cy="449511"/>
            <a:chOff x="7186804" y="1436452"/>
            <a:chExt cx="429502" cy="476631"/>
          </a:xfrm>
        </p:grpSpPr>
        <p:sp>
          <p:nvSpPr>
            <p:cNvPr id="1363" name="Google Shape;1363;p6"/>
            <p:cNvSpPr/>
            <p:nvPr/>
          </p:nvSpPr>
          <p:spPr>
            <a:xfrm>
              <a:off x="7186804" y="1436452"/>
              <a:ext cx="340056" cy="476631"/>
            </a:xfrm>
            <a:custGeom>
              <a:avLst/>
              <a:gdLst/>
              <a:ahLst/>
              <a:cxnLst/>
              <a:rect l="l" t="t" r="r" b="b"/>
              <a:pathLst>
                <a:path w="8976" h="12581" extrusionOk="0">
                  <a:moveTo>
                    <a:pt x="6913" y="667"/>
                  </a:moveTo>
                  <a:lnTo>
                    <a:pt x="8389" y="2359"/>
                  </a:lnTo>
                  <a:lnTo>
                    <a:pt x="6913" y="2359"/>
                  </a:lnTo>
                  <a:lnTo>
                    <a:pt x="6913" y="667"/>
                  </a:lnTo>
                  <a:close/>
                  <a:moveTo>
                    <a:pt x="183" y="0"/>
                  </a:moveTo>
                  <a:cubicBezTo>
                    <a:pt x="82" y="0"/>
                    <a:pt x="0" y="83"/>
                    <a:pt x="0" y="183"/>
                  </a:cubicBezTo>
                  <a:lnTo>
                    <a:pt x="0" y="12400"/>
                  </a:lnTo>
                  <a:cubicBezTo>
                    <a:pt x="0" y="12500"/>
                    <a:pt x="82" y="12581"/>
                    <a:pt x="182" y="12581"/>
                  </a:cubicBezTo>
                  <a:lnTo>
                    <a:pt x="1858" y="12581"/>
                  </a:lnTo>
                  <a:cubicBezTo>
                    <a:pt x="1953" y="12581"/>
                    <a:pt x="2039" y="12512"/>
                    <a:pt x="2047" y="12418"/>
                  </a:cubicBezTo>
                  <a:cubicBezTo>
                    <a:pt x="2056" y="12311"/>
                    <a:pt x="1972" y="12222"/>
                    <a:pt x="1868" y="12222"/>
                  </a:cubicBezTo>
                  <a:lnTo>
                    <a:pt x="360" y="12222"/>
                  </a:lnTo>
                  <a:lnTo>
                    <a:pt x="360" y="360"/>
                  </a:lnTo>
                  <a:lnTo>
                    <a:pt x="6552" y="360"/>
                  </a:lnTo>
                  <a:lnTo>
                    <a:pt x="6552" y="2535"/>
                  </a:lnTo>
                  <a:cubicBezTo>
                    <a:pt x="6552" y="2636"/>
                    <a:pt x="6635" y="2719"/>
                    <a:pt x="6736" y="2719"/>
                  </a:cubicBezTo>
                  <a:lnTo>
                    <a:pt x="8617" y="2719"/>
                  </a:lnTo>
                  <a:lnTo>
                    <a:pt x="8617" y="12222"/>
                  </a:lnTo>
                  <a:lnTo>
                    <a:pt x="2768" y="12222"/>
                  </a:lnTo>
                  <a:cubicBezTo>
                    <a:pt x="2673" y="12222"/>
                    <a:pt x="2587" y="12291"/>
                    <a:pt x="2578" y="12385"/>
                  </a:cubicBezTo>
                  <a:cubicBezTo>
                    <a:pt x="2569" y="12492"/>
                    <a:pt x="2654" y="12581"/>
                    <a:pt x="2761" y="12581"/>
                  </a:cubicBezTo>
                  <a:lnTo>
                    <a:pt x="8793" y="12581"/>
                  </a:lnTo>
                  <a:cubicBezTo>
                    <a:pt x="8895" y="12581"/>
                    <a:pt x="8976" y="12499"/>
                    <a:pt x="8976" y="12398"/>
                  </a:cubicBezTo>
                  <a:lnTo>
                    <a:pt x="8976" y="2550"/>
                  </a:lnTo>
                  <a:cubicBezTo>
                    <a:pt x="8976" y="2505"/>
                    <a:pt x="8960" y="2462"/>
                    <a:pt x="8931" y="2430"/>
                  </a:cubicBezTo>
                  <a:lnTo>
                    <a:pt x="6868" y="63"/>
                  </a:lnTo>
                  <a:cubicBezTo>
                    <a:pt x="6832" y="22"/>
                    <a:pt x="6782" y="0"/>
                    <a:pt x="6728"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4" name="Google Shape;1364;p6"/>
            <p:cNvSpPr/>
            <p:nvPr/>
          </p:nvSpPr>
          <p:spPr>
            <a:xfrm>
              <a:off x="7306407" y="1594129"/>
              <a:ext cx="32581" cy="13639"/>
            </a:xfrm>
            <a:custGeom>
              <a:avLst/>
              <a:gdLst/>
              <a:ahLst/>
              <a:cxnLst/>
              <a:rect l="l" t="t" r="r" b="b"/>
              <a:pathLst>
                <a:path w="860" h="360" extrusionOk="0">
                  <a:moveTo>
                    <a:pt x="199" y="0"/>
                  </a:moveTo>
                  <a:cubicBezTo>
                    <a:pt x="104" y="0"/>
                    <a:pt x="19" y="69"/>
                    <a:pt x="10" y="164"/>
                  </a:cubicBezTo>
                  <a:cubicBezTo>
                    <a:pt x="1" y="269"/>
                    <a:pt x="85" y="360"/>
                    <a:pt x="189" y="360"/>
                  </a:cubicBezTo>
                  <a:lnTo>
                    <a:pt x="663" y="360"/>
                  </a:lnTo>
                  <a:cubicBezTo>
                    <a:pt x="758" y="360"/>
                    <a:pt x="843" y="290"/>
                    <a:pt x="851" y="196"/>
                  </a:cubicBezTo>
                  <a:cubicBezTo>
                    <a:pt x="860" y="89"/>
                    <a:pt x="776" y="0"/>
                    <a:pt x="671"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5" name="Google Shape;1365;p6"/>
            <p:cNvSpPr/>
            <p:nvPr/>
          </p:nvSpPr>
          <p:spPr>
            <a:xfrm>
              <a:off x="7307430" y="1621369"/>
              <a:ext cx="132522" cy="13714"/>
            </a:xfrm>
            <a:custGeom>
              <a:avLst/>
              <a:gdLst/>
              <a:ahLst/>
              <a:cxnLst/>
              <a:rect l="l" t="t" r="r" b="b"/>
              <a:pathLst>
                <a:path w="3498" h="362" extrusionOk="0">
                  <a:moveTo>
                    <a:pt x="198" y="1"/>
                  </a:moveTo>
                  <a:cubicBezTo>
                    <a:pt x="103" y="1"/>
                    <a:pt x="18" y="70"/>
                    <a:pt x="10" y="164"/>
                  </a:cubicBezTo>
                  <a:cubicBezTo>
                    <a:pt x="0" y="272"/>
                    <a:pt x="84" y="361"/>
                    <a:pt x="189" y="361"/>
                  </a:cubicBezTo>
                  <a:lnTo>
                    <a:pt x="3299" y="361"/>
                  </a:lnTo>
                  <a:cubicBezTo>
                    <a:pt x="3396" y="361"/>
                    <a:pt x="3480" y="292"/>
                    <a:pt x="3488" y="198"/>
                  </a:cubicBezTo>
                  <a:cubicBezTo>
                    <a:pt x="3497" y="90"/>
                    <a:pt x="3413" y="1"/>
                    <a:pt x="3309"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6" name="Google Shape;1366;p6"/>
            <p:cNvSpPr/>
            <p:nvPr/>
          </p:nvSpPr>
          <p:spPr>
            <a:xfrm>
              <a:off x="7356567" y="1594129"/>
              <a:ext cx="119186" cy="13639"/>
            </a:xfrm>
            <a:custGeom>
              <a:avLst/>
              <a:gdLst/>
              <a:ahLst/>
              <a:cxnLst/>
              <a:rect l="l" t="t" r="r" b="b"/>
              <a:pathLst>
                <a:path w="3146" h="360" extrusionOk="0">
                  <a:moveTo>
                    <a:pt x="199" y="0"/>
                  </a:moveTo>
                  <a:cubicBezTo>
                    <a:pt x="103" y="0"/>
                    <a:pt x="18" y="69"/>
                    <a:pt x="10" y="164"/>
                  </a:cubicBezTo>
                  <a:cubicBezTo>
                    <a:pt x="1" y="271"/>
                    <a:pt x="85" y="360"/>
                    <a:pt x="189" y="360"/>
                  </a:cubicBezTo>
                  <a:lnTo>
                    <a:pt x="2948" y="360"/>
                  </a:lnTo>
                  <a:cubicBezTo>
                    <a:pt x="3043" y="360"/>
                    <a:pt x="3128" y="290"/>
                    <a:pt x="3137" y="196"/>
                  </a:cubicBezTo>
                  <a:cubicBezTo>
                    <a:pt x="3146" y="89"/>
                    <a:pt x="3062" y="0"/>
                    <a:pt x="2957"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7" name="Google Shape;1367;p6"/>
            <p:cNvSpPr/>
            <p:nvPr/>
          </p:nvSpPr>
          <p:spPr>
            <a:xfrm>
              <a:off x="7235941" y="1582764"/>
              <a:ext cx="59290" cy="52281"/>
            </a:xfrm>
            <a:custGeom>
              <a:avLst/>
              <a:gdLst/>
              <a:ahLst/>
              <a:cxnLst/>
              <a:rect l="l" t="t" r="r" b="b"/>
              <a:pathLst>
                <a:path w="1565" h="1380" extrusionOk="0">
                  <a:moveTo>
                    <a:pt x="1355" y="0"/>
                  </a:moveTo>
                  <a:cubicBezTo>
                    <a:pt x="1298" y="0"/>
                    <a:pt x="1241" y="27"/>
                    <a:pt x="1205" y="77"/>
                  </a:cubicBezTo>
                  <a:lnTo>
                    <a:pt x="623" y="894"/>
                  </a:lnTo>
                  <a:lnTo>
                    <a:pt x="350" y="564"/>
                  </a:lnTo>
                  <a:cubicBezTo>
                    <a:pt x="313" y="520"/>
                    <a:pt x="261" y="498"/>
                    <a:pt x="208" y="498"/>
                  </a:cubicBezTo>
                  <a:cubicBezTo>
                    <a:pt x="166" y="498"/>
                    <a:pt x="125" y="512"/>
                    <a:pt x="90" y="541"/>
                  </a:cubicBezTo>
                  <a:cubicBezTo>
                    <a:pt x="11" y="606"/>
                    <a:pt x="1" y="721"/>
                    <a:pt x="67" y="800"/>
                  </a:cubicBezTo>
                  <a:lnTo>
                    <a:pt x="493" y="1314"/>
                  </a:lnTo>
                  <a:cubicBezTo>
                    <a:pt x="529" y="1354"/>
                    <a:pt x="580" y="1379"/>
                    <a:pt x="634" y="1379"/>
                  </a:cubicBezTo>
                  <a:lnTo>
                    <a:pt x="641" y="1379"/>
                  </a:lnTo>
                  <a:cubicBezTo>
                    <a:pt x="698" y="1376"/>
                    <a:pt x="751" y="1349"/>
                    <a:pt x="784" y="1302"/>
                  </a:cubicBezTo>
                  <a:lnTo>
                    <a:pt x="1505" y="291"/>
                  </a:lnTo>
                  <a:cubicBezTo>
                    <a:pt x="1564" y="208"/>
                    <a:pt x="1545" y="93"/>
                    <a:pt x="1462" y="34"/>
                  </a:cubicBezTo>
                  <a:cubicBezTo>
                    <a:pt x="1429" y="11"/>
                    <a:pt x="1392" y="0"/>
                    <a:pt x="1355"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8" name="Google Shape;1368;p6"/>
            <p:cNvSpPr/>
            <p:nvPr/>
          </p:nvSpPr>
          <p:spPr>
            <a:xfrm>
              <a:off x="7306407" y="1667323"/>
              <a:ext cx="32581" cy="13639"/>
            </a:xfrm>
            <a:custGeom>
              <a:avLst/>
              <a:gdLst/>
              <a:ahLst/>
              <a:cxnLst/>
              <a:rect l="l" t="t" r="r" b="b"/>
              <a:pathLst>
                <a:path w="860" h="360" extrusionOk="0">
                  <a:moveTo>
                    <a:pt x="199" y="1"/>
                  </a:moveTo>
                  <a:cubicBezTo>
                    <a:pt x="104" y="1"/>
                    <a:pt x="19" y="70"/>
                    <a:pt x="10" y="164"/>
                  </a:cubicBezTo>
                  <a:cubicBezTo>
                    <a:pt x="1" y="271"/>
                    <a:pt x="85" y="360"/>
                    <a:pt x="189" y="360"/>
                  </a:cubicBezTo>
                  <a:lnTo>
                    <a:pt x="663" y="360"/>
                  </a:lnTo>
                  <a:cubicBezTo>
                    <a:pt x="758" y="360"/>
                    <a:pt x="843" y="291"/>
                    <a:pt x="851" y="197"/>
                  </a:cubicBezTo>
                  <a:cubicBezTo>
                    <a:pt x="860" y="90"/>
                    <a:pt x="776" y="1"/>
                    <a:pt x="671"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9" name="Google Shape;1369;p6"/>
            <p:cNvSpPr/>
            <p:nvPr/>
          </p:nvSpPr>
          <p:spPr>
            <a:xfrm>
              <a:off x="7307430" y="1694638"/>
              <a:ext cx="132484" cy="13676"/>
            </a:xfrm>
            <a:custGeom>
              <a:avLst/>
              <a:gdLst/>
              <a:ahLst/>
              <a:cxnLst/>
              <a:rect l="l" t="t" r="r" b="b"/>
              <a:pathLst>
                <a:path w="3497" h="361" extrusionOk="0">
                  <a:moveTo>
                    <a:pt x="198" y="0"/>
                  </a:moveTo>
                  <a:cubicBezTo>
                    <a:pt x="103" y="0"/>
                    <a:pt x="18" y="70"/>
                    <a:pt x="10" y="165"/>
                  </a:cubicBezTo>
                  <a:cubicBezTo>
                    <a:pt x="0" y="270"/>
                    <a:pt x="84" y="361"/>
                    <a:pt x="189" y="361"/>
                  </a:cubicBezTo>
                  <a:lnTo>
                    <a:pt x="3298" y="361"/>
                  </a:lnTo>
                  <a:cubicBezTo>
                    <a:pt x="3393" y="361"/>
                    <a:pt x="3479" y="291"/>
                    <a:pt x="3487" y="197"/>
                  </a:cubicBezTo>
                  <a:cubicBezTo>
                    <a:pt x="3496" y="89"/>
                    <a:pt x="3412" y="0"/>
                    <a:pt x="3308"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0" name="Google Shape;1370;p6"/>
            <p:cNvSpPr/>
            <p:nvPr/>
          </p:nvSpPr>
          <p:spPr>
            <a:xfrm>
              <a:off x="7356529" y="1667323"/>
              <a:ext cx="119224" cy="13639"/>
            </a:xfrm>
            <a:custGeom>
              <a:avLst/>
              <a:gdLst/>
              <a:ahLst/>
              <a:cxnLst/>
              <a:rect l="l" t="t" r="r" b="b"/>
              <a:pathLst>
                <a:path w="3147" h="360" extrusionOk="0">
                  <a:moveTo>
                    <a:pt x="199" y="1"/>
                  </a:moveTo>
                  <a:cubicBezTo>
                    <a:pt x="102" y="1"/>
                    <a:pt x="17" y="70"/>
                    <a:pt x="10" y="164"/>
                  </a:cubicBezTo>
                  <a:cubicBezTo>
                    <a:pt x="1" y="271"/>
                    <a:pt x="84" y="360"/>
                    <a:pt x="189" y="360"/>
                  </a:cubicBezTo>
                  <a:lnTo>
                    <a:pt x="2949" y="360"/>
                  </a:lnTo>
                  <a:cubicBezTo>
                    <a:pt x="3044" y="360"/>
                    <a:pt x="3129" y="291"/>
                    <a:pt x="3138" y="197"/>
                  </a:cubicBezTo>
                  <a:cubicBezTo>
                    <a:pt x="3147" y="90"/>
                    <a:pt x="3063" y="1"/>
                    <a:pt x="2958"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1" name="Google Shape;1371;p6"/>
            <p:cNvSpPr/>
            <p:nvPr/>
          </p:nvSpPr>
          <p:spPr>
            <a:xfrm>
              <a:off x="7235941" y="1656602"/>
              <a:ext cx="59290" cy="52281"/>
            </a:xfrm>
            <a:custGeom>
              <a:avLst/>
              <a:gdLst/>
              <a:ahLst/>
              <a:cxnLst/>
              <a:rect l="l" t="t" r="r" b="b"/>
              <a:pathLst>
                <a:path w="1565" h="1380" extrusionOk="0">
                  <a:moveTo>
                    <a:pt x="1356" y="1"/>
                  </a:moveTo>
                  <a:cubicBezTo>
                    <a:pt x="1298" y="1"/>
                    <a:pt x="1241" y="27"/>
                    <a:pt x="1205" y="77"/>
                  </a:cubicBezTo>
                  <a:lnTo>
                    <a:pt x="623" y="894"/>
                  </a:lnTo>
                  <a:lnTo>
                    <a:pt x="350" y="564"/>
                  </a:lnTo>
                  <a:cubicBezTo>
                    <a:pt x="313" y="521"/>
                    <a:pt x="261" y="498"/>
                    <a:pt x="208" y="498"/>
                  </a:cubicBezTo>
                  <a:cubicBezTo>
                    <a:pt x="166" y="498"/>
                    <a:pt x="125" y="512"/>
                    <a:pt x="90" y="541"/>
                  </a:cubicBezTo>
                  <a:cubicBezTo>
                    <a:pt x="12" y="604"/>
                    <a:pt x="1" y="719"/>
                    <a:pt x="67" y="798"/>
                  </a:cubicBezTo>
                  <a:lnTo>
                    <a:pt x="493" y="1312"/>
                  </a:lnTo>
                  <a:cubicBezTo>
                    <a:pt x="529" y="1354"/>
                    <a:pt x="580" y="1379"/>
                    <a:pt x="634" y="1379"/>
                  </a:cubicBezTo>
                  <a:lnTo>
                    <a:pt x="641" y="1379"/>
                  </a:lnTo>
                  <a:cubicBezTo>
                    <a:pt x="698" y="1376"/>
                    <a:pt x="751" y="1349"/>
                    <a:pt x="784" y="1302"/>
                  </a:cubicBezTo>
                  <a:lnTo>
                    <a:pt x="1505" y="291"/>
                  </a:lnTo>
                  <a:cubicBezTo>
                    <a:pt x="1564" y="208"/>
                    <a:pt x="1545" y="93"/>
                    <a:pt x="1462" y="34"/>
                  </a:cubicBezTo>
                  <a:cubicBezTo>
                    <a:pt x="1430" y="12"/>
                    <a:pt x="1392" y="1"/>
                    <a:pt x="1356"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2" name="Google Shape;1372;p6"/>
            <p:cNvSpPr/>
            <p:nvPr/>
          </p:nvSpPr>
          <p:spPr>
            <a:xfrm>
              <a:off x="7306407" y="1740593"/>
              <a:ext cx="32581" cy="13676"/>
            </a:xfrm>
            <a:custGeom>
              <a:avLst/>
              <a:gdLst/>
              <a:ahLst/>
              <a:cxnLst/>
              <a:rect l="l" t="t" r="r" b="b"/>
              <a:pathLst>
                <a:path w="860" h="361" extrusionOk="0">
                  <a:moveTo>
                    <a:pt x="199" y="0"/>
                  </a:moveTo>
                  <a:cubicBezTo>
                    <a:pt x="104" y="0"/>
                    <a:pt x="19" y="69"/>
                    <a:pt x="10" y="163"/>
                  </a:cubicBezTo>
                  <a:cubicBezTo>
                    <a:pt x="1" y="271"/>
                    <a:pt x="85" y="360"/>
                    <a:pt x="189" y="360"/>
                  </a:cubicBezTo>
                  <a:lnTo>
                    <a:pt x="663" y="360"/>
                  </a:lnTo>
                  <a:cubicBezTo>
                    <a:pt x="758" y="360"/>
                    <a:pt x="843" y="290"/>
                    <a:pt x="851" y="196"/>
                  </a:cubicBezTo>
                  <a:cubicBezTo>
                    <a:pt x="860" y="89"/>
                    <a:pt x="776" y="0"/>
                    <a:pt x="671"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3" name="Google Shape;1373;p6"/>
            <p:cNvSpPr/>
            <p:nvPr/>
          </p:nvSpPr>
          <p:spPr>
            <a:xfrm>
              <a:off x="7307430" y="1769158"/>
              <a:ext cx="132484" cy="13676"/>
            </a:xfrm>
            <a:custGeom>
              <a:avLst/>
              <a:gdLst/>
              <a:ahLst/>
              <a:cxnLst/>
              <a:rect l="l" t="t" r="r" b="b"/>
              <a:pathLst>
                <a:path w="3497" h="361" extrusionOk="0">
                  <a:moveTo>
                    <a:pt x="198" y="0"/>
                  </a:moveTo>
                  <a:cubicBezTo>
                    <a:pt x="103" y="0"/>
                    <a:pt x="18" y="69"/>
                    <a:pt x="10" y="164"/>
                  </a:cubicBezTo>
                  <a:cubicBezTo>
                    <a:pt x="0" y="269"/>
                    <a:pt x="84" y="360"/>
                    <a:pt x="189" y="360"/>
                  </a:cubicBezTo>
                  <a:lnTo>
                    <a:pt x="3298" y="360"/>
                  </a:lnTo>
                  <a:cubicBezTo>
                    <a:pt x="3393" y="360"/>
                    <a:pt x="3479" y="290"/>
                    <a:pt x="3487" y="196"/>
                  </a:cubicBezTo>
                  <a:cubicBezTo>
                    <a:pt x="3496" y="89"/>
                    <a:pt x="3412" y="0"/>
                    <a:pt x="3308"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4" name="Google Shape;1374;p6"/>
            <p:cNvSpPr/>
            <p:nvPr/>
          </p:nvSpPr>
          <p:spPr>
            <a:xfrm>
              <a:off x="7356567" y="1740593"/>
              <a:ext cx="119186" cy="13676"/>
            </a:xfrm>
            <a:custGeom>
              <a:avLst/>
              <a:gdLst/>
              <a:ahLst/>
              <a:cxnLst/>
              <a:rect l="l" t="t" r="r" b="b"/>
              <a:pathLst>
                <a:path w="3146" h="361" extrusionOk="0">
                  <a:moveTo>
                    <a:pt x="199" y="0"/>
                  </a:moveTo>
                  <a:cubicBezTo>
                    <a:pt x="103" y="0"/>
                    <a:pt x="18" y="69"/>
                    <a:pt x="10" y="163"/>
                  </a:cubicBezTo>
                  <a:cubicBezTo>
                    <a:pt x="1" y="271"/>
                    <a:pt x="85" y="360"/>
                    <a:pt x="189" y="360"/>
                  </a:cubicBezTo>
                  <a:lnTo>
                    <a:pt x="2948" y="360"/>
                  </a:lnTo>
                  <a:cubicBezTo>
                    <a:pt x="3043" y="360"/>
                    <a:pt x="3128" y="290"/>
                    <a:pt x="3137" y="196"/>
                  </a:cubicBezTo>
                  <a:cubicBezTo>
                    <a:pt x="3146" y="89"/>
                    <a:pt x="3062" y="0"/>
                    <a:pt x="2957"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5" name="Google Shape;1375;p6"/>
            <p:cNvSpPr/>
            <p:nvPr/>
          </p:nvSpPr>
          <p:spPr>
            <a:xfrm>
              <a:off x="7235941" y="1730402"/>
              <a:ext cx="59290" cy="52281"/>
            </a:xfrm>
            <a:custGeom>
              <a:avLst/>
              <a:gdLst/>
              <a:ahLst/>
              <a:cxnLst/>
              <a:rect l="l" t="t" r="r" b="b"/>
              <a:pathLst>
                <a:path w="1565" h="1380" extrusionOk="0">
                  <a:moveTo>
                    <a:pt x="1356" y="1"/>
                  </a:moveTo>
                  <a:cubicBezTo>
                    <a:pt x="1298" y="1"/>
                    <a:pt x="1241" y="28"/>
                    <a:pt x="1205" y="77"/>
                  </a:cubicBezTo>
                  <a:lnTo>
                    <a:pt x="623" y="894"/>
                  </a:lnTo>
                  <a:lnTo>
                    <a:pt x="350" y="564"/>
                  </a:lnTo>
                  <a:cubicBezTo>
                    <a:pt x="313" y="521"/>
                    <a:pt x="261" y="498"/>
                    <a:pt x="208" y="498"/>
                  </a:cubicBezTo>
                  <a:cubicBezTo>
                    <a:pt x="166" y="498"/>
                    <a:pt x="125" y="512"/>
                    <a:pt x="90" y="541"/>
                  </a:cubicBezTo>
                  <a:cubicBezTo>
                    <a:pt x="12" y="604"/>
                    <a:pt x="1" y="719"/>
                    <a:pt x="67" y="798"/>
                  </a:cubicBezTo>
                  <a:lnTo>
                    <a:pt x="493" y="1312"/>
                  </a:lnTo>
                  <a:cubicBezTo>
                    <a:pt x="529" y="1354"/>
                    <a:pt x="580" y="1379"/>
                    <a:pt x="634" y="1379"/>
                  </a:cubicBezTo>
                  <a:lnTo>
                    <a:pt x="641" y="1379"/>
                  </a:lnTo>
                  <a:cubicBezTo>
                    <a:pt x="698" y="1376"/>
                    <a:pt x="751" y="1349"/>
                    <a:pt x="784" y="1302"/>
                  </a:cubicBezTo>
                  <a:lnTo>
                    <a:pt x="1505" y="291"/>
                  </a:lnTo>
                  <a:cubicBezTo>
                    <a:pt x="1564" y="208"/>
                    <a:pt x="1545" y="93"/>
                    <a:pt x="1462" y="34"/>
                  </a:cubicBezTo>
                  <a:cubicBezTo>
                    <a:pt x="1430" y="12"/>
                    <a:pt x="1392" y="1"/>
                    <a:pt x="1356"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6" name="Google Shape;1376;p6"/>
            <p:cNvSpPr/>
            <p:nvPr/>
          </p:nvSpPr>
          <p:spPr>
            <a:xfrm>
              <a:off x="7306407" y="1815037"/>
              <a:ext cx="32581" cy="13714"/>
            </a:xfrm>
            <a:custGeom>
              <a:avLst/>
              <a:gdLst/>
              <a:ahLst/>
              <a:cxnLst/>
              <a:rect l="l" t="t" r="r" b="b"/>
              <a:pathLst>
                <a:path w="860" h="362" extrusionOk="0">
                  <a:moveTo>
                    <a:pt x="199" y="1"/>
                  </a:moveTo>
                  <a:cubicBezTo>
                    <a:pt x="104" y="1"/>
                    <a:pt x="19" y="71"/>
                    <a:pt x="10" y="165"/>
                  </a:cubicBezTo>
                  <a:cubicBezTo>
                    <a:pt x="1" y="271"/>
                    <a:pt x="85" y="361"/>
                    <a:pt x="189" y="361"/>
                  </a:cubicBezTo>
                  <a:lnTo>
                    <a:pt x="663" y="361"/>
                  </a:lnTo>
                  <a:cubicBezTo>
                    <a:pt x="758" y="361"/>
                    <a:pt x="843" y="292"/>
                    <a:pt x="851" y="198"/>
                  </a:cubicBezTo>
                  <a:cubicBezTo>
                    <a:pt x="860" y="90"/>
                    <a:pt x="776" y="1"/>
                    <a:pt x="671"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7" name="Google Shape;1377;p6"/>
            <p:cNvSpPr/>
            <p:nvPr/>
          </p:nvSpPr>
          <p:spPr>
            <a:xfrm>
              <a:off x="7307430" y="1842352"/>
              <a:ext cx="132484" cy="13676"/>
            </a:xfrm>
            <a:custGeom>
              <a:avLst/>
              <a:gdLst/>
              <a:ahLst/>
              <a:cxnLst/>
              <a:rect l="l" t="t" r="r" b="b"/>
              <a:pathLst>
                <a:path w="3497" h="361" extrusionOk="0">
                  <a:moveTo>
                    <a:pt x="198" y="1"/>
                  </a:moveTo>
                  <a:cubicBezTo>
                    <a:pt x="103" y="1"/>
                    <a:pt x="18" y="70"/>
                    <a:pt x="10" y="164"/>
                  </a:cubicBezTo>
                  <a:cubicBezTo>
                    <a:pt x="0" y="272"/>
                    <a:pt x="84" y="361"/>
                    <a:pt x="189" y="361"/>
                  </a:cubicBezTo>
                  <a:lnTo>
                    <a:pt x="3298" y="361"/>
                  </a:lnTo>
                  <a:cubicBezTo>
                    <a:pt x="3393" y="361"/>
                    <a:pt x="3479" y="291"/>
                    <a:pt x="3487" y="196"/>
                  </a:cubicBezTo>
                  <a:cubicBezTo>
                    <a:pt x="3496" y="90"/>
                    <a:pt x="3412" y="1"/>
                    <a:pt x="3308"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8" name="Google Shape;1378;p6"/>
            <p:cNvSpPr/>
            <p:nvPr/>
          </p:nvSpPr>
          <p:spPr>
            <a:xfrm>
              <a:off x="7356529" y="1814999"/>
              <a:ext cx="119224" cy="13714"/>
            </a:xfrm>
            <a:custGeom>
              <a:avLst/>
              <a:gdLst/>
              <a:ahLst/>
              <a:cxnLst/>
              <a:rect l="l" t="t" r="r" b="b"/>
              <a:pathLst>
                <a:path w="3147" h="362" extrusionOk="0">
                  <a:moveTo>
                    <a:pt x="199" y="1"/>
                  </a:moveTo>
                  <a:cubicBezTo>
                    <a:pt x="102" y="1"/>
                    <a:pt x="17" y="70"/>
                    <a:pt x="10" y="164"/>
                  </a:cubicBezTo>
                  <a:cubicBezTo>
                    <a:pt x="1" y="272"/>
                    <a:pt x="84" y="361"/>
                    <a:pt x="189" y="361"/>
                  </a:cubicBezTo>
                  <a:lnTo>
                    <a:pt x="2949" y="361"/>
                  </a:lnTo>
                  <a:cubicBezTo>
                    <a:pt x="3044" y="361"/>
                    <a:pt x="3129" y="292"/>
                    <a:pt x="3138" y="198"/>
                  </a:cubicBezTo>
                  <a:cubicBezTo>
                    <a:pt x="3147" y="91"/>
                    <a:pt x="3063" y="1"/>
                    <a:pt x="2958"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9" name="Google Shape;1379;p6"/>
            <p:cNvSpPr/>
            <p:nvPr/>
          </p:nvSpPr>
          <p:spPr>
            <a:xfrm>
              <a:off x="7236055" y="1813711"/>
              <a:ext cx="43227" cy="42810"/>
            </a:xfrm>
            <a:custGeom>
              <a:avLst/>
              <a:gdLst/>
              <a:ahLst/>
              <a:cxnLst/>
              <a:rect l="l" t="t" r="r" b="b"/>
              <a:pathLst>
                <a:path w="1141" h="1130" extrusionOk="0">
                  <a:moveTo>
                    <a:pt x="939" y="0"/>
                  </a:moveTo>
                  <a:cubicBezTo>
                    <a:pt x="890" y="0"/>
                    <a:pt x="842" y="19"/>
                    <a:pt x="805" y="57"/>
                  </a:cubicBezTo>
                  <a:lnTo>
                    <a:pt x="572" y="301"/>
                  </a:lnTo>
                  <a:lnTo>
                    <a:pt x="337" y="57"/>
                  </a:lnTo>
                  <a:cubicBezTo>
                    <a:pt x="301" y="19"/>
                    <a:pt x="253" y="1"/>
                    <a:pt x="204" y="1"/>
                  </a:cubicBezTo>
                  <a:cubicBezTo>
                    <a:pt x="158" y="1"/>
                    <a:pt x="112" y="18"/>
                    <a:pt x="76" y="52"/>
                  </a:cubicBezTo>
                  <a:cubicBezTo>
                    <a:pt x="3" y="123"/>
                    <a:pt x="2" y="239"/>
                    <a:pt x="71" y="312"/>
                  </a:cubicBezTo>
                  <a:lnTo>
                    <a:pt x="315" y="565"/>
                  </a:lnTo>
                  <a:lnTo>
                    <a:pt x="71" y="818"/>
                  </a:lnTo>
                  <a:cubicBezTo>
                    <a:pt x="1" y="892"/>
                    <a:pt x="3" y="1008"/>
                    <a:pt x="76" y="1078"/>
                  </a:cubicBezTo>
                  <a:cubicBezTo>
                    <a:pt x="112" y="1113"/>
                    <a:pt x="158" y="1129"/>
                    <a:pt x="205" y="1129"/>
                  </a:cubicBezTo>
                  <a:cubicBezTo>
                    <a:pt x="253" y="1129"/>
                    <a:pt x="302" y="1112"/>
                    <a:pt x="337" y="1073"/>
                  </a:cubicBezTo>
                  <a:lnTo>
                    <a:pt x="572" y="830"/>
                  </a:lnTo>
                  <a:lnTo>
                    <a:pt x="805" y="1073"/>
                  </a:lnTo>
                  <a:cubicBezTo>
                    <a:pt x="842" y="1111"/>
                    <a:pt x="889" y="1129"/>
                    <a:pt x="938" y="1129"/>
                  </a:cubicBezTo>
                  <a:cubicBezTo>
                    <a:pt x="983" y="1129"/>
                    <a:pt x="1029" y="1113"/>
                    <a:pt x="1066" y="1078"/>
                  </a:cubicBezTo>
                  <a:cubicBezTo>
                    <a:pt x="1139" y="1008"/>
                    <a:pt x="1140" y="891"/>
                    <a:pt x="1071" y="818"/>
                  </a:cubicBezTo>
                  <a:lnTo>
                    <a:pt x="827" y="565"/>
                  </a:lnTo>
                  <a:lnTo>
                    <a:pt x="1071" y="312"/>
                  </a:lnTo>
                  <a:cubicBezTo>
                    <a:pt x="1140" y="238"/>
                    <a:pt x="1139" y="122"/>
                    <a:pt x="1066" y="52"/>
                  </a:cubicBezTo>
                  <a:cubicBezTo>
                    <a:pt x="1030" y="18"/>
                    <a:pt x="984" y="0"/>
                    <a:pt x="939"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0" name="Google Shape;1380;p6"/>
            <p:cNvSpPr/>
            <p:nvPr/>
          </p:nvSpPr>
          <p:spPr>
            <a:xfrm>
              <a:off x="7549212" y="1528664"/>
              <a:ext cx="67094" cy="383737"/>
            </a:xfrm>
            <a:custGeom>
              <a:avLst/>
              <a:gdLst/>
              <a:ahLst/>
              <a:cxnLst/>
              <a:rect l="l" t="t" r="r" b="b"/>
              <a:pathLst>
                <a:path w="1771" h="10129" extrusionOk="0">
                  <a:moveTo>
                    <a:pt x="591" y="369"/>
                  </a:moveTo>
                  <a:cubicBezTo>
                    <a:pt x="718" y="369"/>
                    <a:pt x="821" y="469"/>
                    <a:pt x="821" y="592"/>
                  </a:cubicBezTo>
                  <a:lnTo>
                    <a:pt x="821" y="1236"/>
                  </a:lnTo>
                  <a:lnTo>
                    <a:pt x="362" y="1236"/>
                  </a:lnTo>
                  <a:lnTo>
                    <a:pt x="362" y="599"/>
                  </a:lnTo>
                  <a:cubicBezTo>
                    <a:pt x="362" y="501"/>
                    <a:pt x="424" y="410"/>
                    <a:pt x="518" y="380"/>
                  </a:cubicBezTo>
                  <a:cubicBezTo>
                    <a:pt x="543" y="373"/>
                    <a:pt x="568" y="369"/>
                    <a:pt x="591" y="369"/>
                  </a:cubicBezTo>
                  <a:close/>
                  <a:moveTo>
                    <a:pt x="732" y="9099"/>
                  </a:moveTo>
                  <a:lnTo>
                    <a:pt x="596" y="9448"/>
                  </a:lnTo>
                  <a:lnTo>
                    <a:pt x="459" y="9099"/>
                  </a:lnTo>
                  <a:close/>
                  <a:moveTo>
                    <a:pt x="592" y="1"/>
                  </a:moveTo>
                  <a:cubicBezTo>
                    <a:pt x="267" y="1"/>
                    <a:pt x="1" y="265"/>
                    <a:pt x="1" y="590"/>
                  </a:cubicBezTo>
                  <a:lnTo>
                    <a:pt x="1" y="2234"/>
                  </a:lnTo>
                  <a:cubicBezTo>
                    <a:pt x="1" y="2331"/>
                    <a:pt x="70" y="2415"/>
                    <a:pt x="164" y="2423"/>
                  </a:cubicBezTo>
                  <a:cubicBezTo>
                    <a:pt x="170" y="2423"/>
                    <a:pt x="175" y="2423"/>
                    <a:pt x="181" y="2423"/>
                  </a:cubicBezTo>
                  <a:cubicBezTo>
                    <a:pt x="281" y="2423"/>
                    <a:pt x="361" y="2343"/>
                    <a:pt x="361" y="2244"/>
                  </a:cubicBezTo>
                  <a:lnTo>
                    <a:pt x="361" y="1594"/>
                  </a:lnTo>
                  <a:lnTo>
                    <a:pt x="819" y="1594"/>
                  </a:lnTo>
                  <a:lnTo>
                    <a:pt x="819" y="8737"/>
                  </a:lnTo>
                  <a:lnTo>
                    <a:pt x="361" y="8737"/>
                  </a:lnTo>
                  <a:lnTo>
                    <a:pt x="361" y="3101"/>
                  </a:lnTo>
                  <a:cubicBezTo>
                    <a:pt x="361" y="3006"/>
                    <a:pt x="292" y="2920"/>
                    <a:pt x="198" y="2912"/>
                  </a:cubicBezTo>
                  <a:cubicBezTo>
                    <a:pt x="192" y="2911"/>
                    <a:pt x="187" y="2911"/>
                    <a:pt x="181" y="2911"/>
                  </a:cubicBezTo>
                  <a:cubicBezTo>
                    <a:pt x="81" y="2911"/>
                    <a:pt x="1" y="2993"/>
                    <a:pt x="1" y="3095"/>
                  </a:cubicBezTo>
                  <a:lnTo>
                    <a:pt x="1" y="8909"/>
                  </a:lnTo>
                  <a:lnTo>
                    <a:pt x="1" y="8910"/>
                  </a:lnTo>
                  <a:cubicBezTo>
                    <a:pt x="1" y="8931"/>
                    <a:pt x="5" y="8953"/>
                    <a:pt x="12" y="8973"/>
                  </a:cubicBezTo>
                  <a:cubicBezTo>
                    <a:pt x="12" y="8974"/>
                    <a:pt x="419" y="10010"/>
                    <a:pt x="420" y="10014"/>
                  </a:cubicBezTo>
                  <a:cubicBezTo>
                    <a:pt x="450" y="10091"/>
                    <a:pt x="520" y="10129"/>
                    <a:pt x="591" y="10129"/>
                  </a:cubicBezTo>
                  <a:cubicBezTo>
                    <a:pt x="662" y="10129"/>
                    <a:pt x="733" y="10091"/>
                    <a:pt x="763" y="10014"/>
                  </a:cubicBezTo>
                  <a:cubicBezTo>
                    <a:pt x="763" y="10014"/>
                    <a:pt x="1168" y="8977"/>
                    <a:pt x="1168" y="8976"/>
                  </a:cubicBezTo>
                  <a:cubicBezTo>
                    <a:pt x="1177" y="8955"/>
                    <a:pt x="1182" y="8931"/>
                    <a:pt x="1182" y="8909"/>
                  </a:cubicBezTo>
                  <a:lnTo>
                    <a:pt x="1182" y="1594"/>
                  </a:lnTo>
                  <a:lnTo>
                    <a:pt x="1410" y="1594"/>
                  </a:lnTo>
                  <a:lnTo>
                    <a:pt x="1410" y="4081"/>
                  </a:lnTo>
                  <a:cubicBezTo>
                    <a:pt x="1410" y="4176"/>
                    <a:pt x="1481" y="4261"/>
                    <a:pt x="1575" y="4269"/>
                  </a:cubicBezTo>
                  <a:cubicBezTo>
                    <a:pt x="1580" y="4270"/>
                    <a:pt x="1586" y="4270"/>
                    <a:pt x="1591" y="4270"/>
                  </a:cubicBezTo>
                  <a:cubicBezTo>
                    <a:pt x="1691" y="4270"/>
                    <a:pt x="1771" y="4189"/>
                    <a:pt x="1771" y="4090"/>
                  </a:cubicBezTo>
                  <a:lnTo>
                    <a:pt x="1771" y="1414"/>
                  </a:lnTo>
                  <a:cubicBezTo>
                    <a:pt x="1771" y="1317"/>
                    <a:pt x="1690" y="1236"/>
                    <a:pt x="1590" y="1236"/>
                  </a:cubicBezTo>
                  <a:lnTo>
                    <a:pt x="1180" y="1236"/>
                  </a:lnTo>
                  <a:lnTo>
                    <a:pt x="1180" y="605"/>
                  </a:lnTo>
                  <a:cubicBezTo>
                    <a:pt x="1180" y="299"/>
                    <a:pt x="952" y="32"/>
                    <a:pt x="646" y="3"/>
                  </a:cubicBezTo>
                  <a:cubicBezTo>
                    <a:pt x="628" y="2"/>
                    <a:pt x="609" y="1"/>
                    <a:pt x="592"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4"/>
        <p:cNvGrpSpPr/>
        <p:nvPr/>
      </p:nvGrpSpPr>
      <p:grpSpPr>
        <a:xfrm>
          <a:off x="0" y="0"/>
          <a:ext cx="0" cy="0"/>
          <a:chOff x="0" y="0"/>
          <a:chExt cx="0" cy="0"/>
        </a:xfrm>
      </p:grpSpPr>
      <p:sp>
        <p:nvSpPr>
          <p:cNvPr id="1385" name="Google Shape;1385;g3d26c8ac372_0_139"/>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t>Kim &amp; Jung (2022)</a:t>
            </a:r>
            <a:endParaRPr/>
          </a:p>
        </p:txBody>
      </p:sp>
      <p:sp>
        <p:nvSpPr>
          <p:cNvPr id="1386" name="Google Shape;1386;g3d26c8ac372_0_139"/>
          <p:cNvSpPr txBox="1">
            <a:spLocks noGrp="1"/>
          </p:cNvSpPr>
          <p:nvPr>
            <p:ph type="subTitle" idx="2"/>
          </p:nvPr>
        </p:nvSpPr>
        <p:spPr>
          <a:xfrm>
            <a:off x="720000" y="1139475"/>
            <a:ext cx="7168200" cy="251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SzPts val="1400"/>
              <a:buNone/>
            </a:pPr>
            <a:r>
              <a:rPr lang="en" b="1" u="sng">
                <a:latin typeface="Arial"/>
                <a:ea typeface="Arial"/>
                <a:cs typeface="Arial"/>
                <a:sym typeface="Arial"/>
              </a:rPr>
              <a:t>Θέμα:</a:t>
            </a:r>
            <a:r>
              <a:rPr lang="en">
                <a:latin typeface="Arial"/>
                <a:ea typeface="Arial"/>
                <a:cs typeface="Arial"/>
                <a:sym typeface="Arial"/>
              </a:rPr>
              <a:t> Προγραμματισμός διανομών σε εσωτερικούς χώρους και η λογική ανάπτυξής τους.</a:t>
            </a:r>
            <a:endParaRPr>
              <a:latin typeface="Arial"/>
              <a:ea typeface="Arial"/>
              <a:cs typeface="Arial"/>
              <a:sym typeface="Arial"/>
            </a:endParaRPr>
          </a:p>
          <a:p>
            <a:pPr marL="0" lvl="0" indent="0" algn="l" rtl="0">
              <a:spcBef>
                <a:spcPts val="1300"/>
              </a:spcBef>
              <a:spcAft>
                <a:spcPts val="0"/>
              </a:spcAft>
              <a:buNone/>
            </a:pPr>
            <a:r>
              <a:rPr lang="en" b="1" u="sng">
                <a:solidFill>
                  <a:srgbClr val="000000"/>
                </a:solidFill>
                <a:latin typeface="Arial"/>
                <a:ea typeface="Arial"/>
                <a:cs typeface="Arial"/>
                <a:sym typeface="Arial"/>
              </a:rPr>
              <a:t>Κύρια σημεία:</a:t>
            </a:r>
            <a:endParaRPr b="1" u="sng">
              <a:solidFill>
                <a:srgbClr val="000000"/>
              </a:solidFill>
              <a:latin typeface="Arial"/>
              <a:ea typeface="Arial"/>
              <a:cs typeface="Arial"/>
              <a:sym typeface="Arial"/>
            </a:endParaRPr>
          </a:p>
          <a:p>
            <a:pPr marL="457200" lvl="0" indent="-317500" algn="l" rtl="0">
              <a:spcBef>
                <a:spcPts val="1300"/>
              </a:spcBef>
              <a:spcAft>
                <a:spcPts val="0"/>
              </a:spcAft>
              <a:buClr>
                <a:srgbClr val="000000"/>
              </a:buClr>
              <a:buSzPts val="1400"/>
              <a:buFont typeface="Arial"/>
              <a:buChar char="➢"/>
            </a:pPr>
            <a:r>
              <a:rPr lang="en">
                <a:solidFill>
                  <a:srgbClr val="000000"/>
                </a:solidFill>
                <a:latin typeface="Arial"/>
                <a:ea typeface="Arial"/>
                <a:cs typeface="Arial"/>
                <a:sym typeface="Arial"/>
              </a:rPr>
              <a:t>Εξηγεί πως στο εσωτερικό delivery το ρομπότ δε κινείται μόνο σε ευθείες.</a:t>
            </a:r>
            <a:endParaRPr>
              <a:solidFill>
                <a:srgbClr val="000000"/>
              </a:solidFill>
              <a:latin typeface="Arial"/>
              <a:ea typeface="Arial"/>
              <a:cs typeface="Arial"/>
              <a:sym typeface="Arial"/>
            </a:endParaRPr>
          </a:p>
          <a:p>
            <a:pPr marL="457200" lvl="0" indent="-317500" algn="l" rtl="0">
              <a:spcBef>
                <a:spcPts val="0"/>
              </a:spcBef>
              <a:spcAft>
                <a:spcPts val="0"/>
              </a:spcAft>
              <a:buClr>
                <a:srgbClr val="000000"/>
              </a:buClr>
              <a:buSzPts val="1400"/>
              <a:buFont typeface="Arial"/>
              <a:buChar char="➢"/>
            </a:pPr>
            <a:r>
              <a:rPr lang="en">
                <a:solidFill>
                  <a:srgbClr val="000000"/>
                </a:solidFill>
                <a:latin typeface="Arial"/>
                <a:ea typeface="Arial"/>
                <a:cs typeface="Arial"/>
                <a:sym typeface="Arial"/>
              </a:rPr>
              <a:t>Ο χρόνος διακίνησης εξαρτάται από την φύση του χώρου( π.χ όροφοι, σκάλες)</a:t>
            </a:r>
            <a:endParaRPr>
              <a:solidFill>
                <a:srgbClr val="000000"/>
              </a:solidFill>
              <a:latin typeface="Arial"/>
              <a:ea typeface="Arial"/>
              <a:cs typeface="Arial"/>
              <a:sym typeface="Arial"/>
            </a:endParaRPr>
          </a:p>
          <a:p>
            <a:pPr marL="457200" lvl="0" indent="-317500" algn="l" rtl="0">
              <a:spcBef>
                <a:spcPts val="0"/>
              </a:spcBef>
              <a:spcAft>
                <a:spcPts val="0"/>
              </a:spcAft>
              <a:buClr>
                <a:srgbClr val="000000"/>
              </a:buClr>
              <a:buSzPts val="1400"/>
              <a:buFont typeface="Arial"/>
              <a:buChar char="➢"/>
            </a:pPr>
            <a:r>
              <a:rPr lang="en">
                <a:solidFill>
                  <a:srgbClr val="000000"/>
                </a:solidFill>
                <a:latin typeface="Arial"/>
                <a:ea typeface="Arial"/>
                <a:cs typeface="Arial"/>
                <a:sym typeface="Arial"/>
              </a:rPr>
              <a:t>Χρησιμοποιούν γενετικό αλγόριθμο για την βελτιστοποίηση πολλαπλών αποστολών. </a:t>
            </a:r>
            <a:endParaRPr>
              <a:solidFill>
                <a:srgbClr val="000000"/>
              </a:solidFill>
              <a:latin typeface="Arial"/>
              <a:ea typeface="Arial"/>
              <a:cs typeface="Arial"/>
              <a:sym typeface="Arial"/>
            </a:endParaRPr>
          </a:p>
          <a:p>
            <a:pPr marL="457200" lvl="0" indent="-317500" algn="l" rtl="0">
              <a:spcBef>
                <a:spcPts val="0"/>
              </a:spcBef>
              <a:spcAft>
                <a:spcPts val="0"/>
              </a:spcAft>
              <a:buClr>
                <a:srgbClr val="000000"/>
              </a:buClr>
              <a:buSzPts val="1400"/>
              <a:buFont typeface="Arial"/>
              <a:buChar char="➢"/>
            </a:pPr>
            <a:r>
              <a:rPr lang="en">
                <a:solidFill>
                  <a:srgbClr val="000000"/>
                </a:solidFill>
                <a:latin typeface="Arial"/>
                <a:ea typeface="Arial"/>
                <a:cs typeface="Arial"/>
                <a:sym typeface="Arial"/>
              </a:rPr>
              <a:t>Δίνει έμφαση στον χρόνο αποστολής της διακίνησης.</a:t>
            </a:r>
            <a:endParaRPr>
              <a:solidFill>
                <a:srgbClr val="000000"/>
              </a:solidFill>
              <a:latin typeface="Arial"/>
              <a:ea typeface="Arial"/>
              <a:cs typeface="Arial"/>
              <a:sym typeface="Arial"/>
            </a:endParaRPr>
          </a:p>
          <a:p>
            <a:pPr marL="0" lvl="0" indent="0" algn="l" rtl="0">
              <a:spcBef>
                <a:spcPts val="1300"/>
              </a:spcBef>
              <a:spcAft>
                <a:spcPts val="0"/>
              </a:spcAft>
              <a:buNone/>
            </a:pPr>
            <a:r>
              <a:rPr lang="en">
                <a:solidFill>
                  <a:srgbClr val="000000"/>
                </a:solidFill>
                <a:latin typeface="Arial"/>
                <a:ea typeface="Arial"/>
                <a:cs typeface="Arial"/>
                <a:sym typeface="Arial"/>
              </a:rPr>
              <a:t>Το άρθρο εν ολίγοις δίνει τη λογική για το πώς να δημιουργήσουμε ένα ρομπότ που δίνει προτεραιότητα στον χρόνο αποστολής παρά τα μέτρα που πρεπει να διανύσει.</a:t>
            </a:r>
            <a:endParaRPr>
              <a:solidFill>
                <a:srgbClr val="000000"/>
              </a:solidFill>
              <a:latin typeface="Arial"/>
              <a:ea typeface="Arial"/>
              <a:cs typeface="Arial"/>
              <a:sym typeface="Arial"/>
            </a:endParaRPr>
          </a:p>
          <a:p>
            <a:pPr marL="0" lvl="0" indent="0" algn="l" rtl="0">
              <a:spcBef>
                <a:spcPts val="1300"/>
              </a:spcBef>
              <a:spcAft>
                <a:spcPts val="0"/>
              </a:spcAft>
              <a:buSzPts val="1400"/>
              <a:buNone/>
            </a:pPr>
            <a:endParaRPr>
              <a:latin typeface="Arial"/>
              <a:ea typeface="Arial"/>
              <a:cs typeface="Arial"/>
              <a:sym typeface="Arial"/>
            </a:endParaRPr>
          </a:p>
        </p:txBody>
      </p:sp>
      <p:grpSp>
        <p:nvGrpSpPr>
          <p:cNvPr id="1387" name="Google Shape;1387;g3d26c8ac372_0_139"/>
          <p:cNvGrpSpPr/>
          <p:nvPr/>
        </p:nvGrpSpPr>
        <p:grpSpPr>
          <a:xfrm>
            <a:off x="-123925" y="4132284"/>
            <a:ext cx="4558967" cy="1141122"/>
            <a:chOff x="-123925" y="4132284"/>
            <a:chExt cx="4558967" cy="1141122"/>
          </a:xfrm>
        </p:grpSpPr>
        <p:grpSp>
          <p:nvGrpSpPr>
            <p:cNvPr id="1388" name="Google Shape;1388;g3d26c8ac372_0_139"/>
            <p:cNvGrpSpPr/>
            <p:nvPr/>
          </p:nvGrpSpPr>
          <p:grpSpPr>
            <a:xfrm>
              <a:off x="-3" y="4132284"/>
              <a:ext cx="2308406" cy="1141122"/>
              <a:chOff x="-3" y="4132284"/>
              <a:chExt cx="2308406" cy="1141122"/>
            </a:xfrm>
          </p:grpSpPr>
          <p:sp>
            <p:nvSpPr>
              <p:cNvPr id="1389" name="Google Shape;1389;g3d26c8ac372_0_139"/>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0" name="Google Shape;1390;g3d26c8ac372_0_139"/>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391" name="Google Shape;1391;g3d26c8ac372_0_139"/>
            <p:cNvGrpSpPr/>
            <p:nvPr/>
          </p:nvGrpSpPr>
          <p:grpSpPr>
            <a:xfrm>
              <a:off x="-123925" y="4386226"/>
              <a:ext cx="4558967" cy="134100"/>
              <a:chOff x="796100" y="3019701"/>
              <a:chExt cx="4558967" cy="134100"/>
            </a:xfrm>
          </p:grpSpPr>
          <p:sp>
            <p:nvSpPr>
              <p:cNvPr id="1392" name="Google Shape;1392;g3d26c8ac372_0_139"/>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393" name="Google Shape;1393;g3d26c8ac372_0_139"/>
              <p:cNvCxnSpPr/>
              <p:nvPr/>
            </p:nvCxnSpPr>
            <p:spPr>
              <a:xfrm>
                <a:off x="796100" y="3086750"/>
                <a:ext cx="4462800" cy="0"/>
              </a:xfrm>
              <a:prstGeom prst="straightConnector1">
                <a:avLst/>
              </a:prstGeom>
              <a:noFill/>
              <a:ln w="9525" cap="flat" cmpd="sng">
                <a:solidFill>
                  <a:schemeClr val="dk2"/>
                </a:solidFill>
                <a:prstDash val="solid"/>
                <a:round/>
                <a:headEnd type="none" w="sm" len="sm"/>
                <a:tailEnd type="none" w="sm" len="sm"/>
              </a:ln>
            </p:spPr>
          </p:cxnSp>
          <p:sp>
            <p:nvSpPr>
              <p:cNvPr id="1394" name="Google Shape;1394;g3d26c8ac372_0_139"/>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98"/>
        <p:cNvGrpSpPr/>
        <p:nvPr/>
      </p:nvGrpSpPr>
      <p:grpSpPr>
        <a:xfrm>
          <a:off x="0" y="0"/>
          <a:ext cx="0" cy="0"/>
          <a:chOff x="0" y="0"/>
          <a:chExt cx="0" cy="0"/>
        </a:xfrm>
      </p:grpSpPr>
      <p:sp>
        <p:nvSpPr>
          <p:cNvPr id="1399" name="Google Shape;1399;g3d26c8ac372_0_152"/>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t>Salihu et al. (2025)</a:t>
            </a:r>
            <a:endParaRPr/>
          </a:p>
        </p:txBody>
      </p:sp>
      <p:sp>
        <p:nvSpPr>
          <p:cNvPr id="1400" name="Google Shape;1400;g3d26c8ac372_0_152"/>
          <p:cNvSpPr txBox="1">
            <a:spLocks noGrp="1"/>
          </p:cNvSpPr>
          <p:nvPr>
            <p:ph type="subTitle" idx="2"/>
          </p:nvPr>
        </p:nvSpPr>
        <p:spPr>
          <a:xfrm>
            <a:off x="720000" y="1077975"/>
            <a:ext cx="7168200" cy="278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SzPts val="1400"/>
              <a:buNone/>
            </a:pPr>
            <a:r>
              <a:rPr lang="en" b="1" u="sng">
                <a:latin typeface="Arial"/>
                <a:ea typeface="Arial"/>
                <a:cs typeface="Arial"/>
                <a:sym typeface="Arial"/>
              </a:rPr>
              <a:t>Θέμα:</a:t>
            </a:r>
            <a:r>
              <a:rPr lang="en">
                <a:latin typeface="Arial"/>
                <a:ea typeface="Arial"/>
                <a:cs typeface="Arial"/>
                <a:sym typeface="Arial"/>
              </a:rPr>
              <a:t> Πρακτική αυτόνομη πλοήγηση με LiDAR και ROS2.</a:t>
            </a:r>
            <a:endParaRPr>
              <a:latin typeface="Arial"/>
              <a:ea typeface="Arial"/>
              <a:cs typeface="Arial"/>
              <a:sym typeface="Arial"/>
            </a:endParaRPr>
          </a:p>
          <a:p>
            <a:pPr marL="0" lvl="0" indent="0" algn="l" rtl="0">
              <a:spcBef>
                <a:spcPts val="1300"/>
              </a:spcBef>
              <a:spcAft>
                <a:spcPts val="0"/>
              </a:spcAft>
              <a:buNone/>
            </a:pPr>
            <a:r>
              <a:rPr lang="en" b="1" u="sng">
                <a:solidFill>
                  <a:srgbClr val="000000"/>
                </a:solidFill>
                <a:latin typeface="Arial"/>
                <a:ea typeface="Arial"/>
                <a:cs typeface="Arial"/>
                <a:sym typeface="Arial"/>
              </a:rPr>
              <a:t>Κύρια στοιχεία:</a:t>
            </a:r>
            <a:endParaRPr b="1" u="sng">
              <a:solidFill>
                <a:srgbClr val="000000"/>
              </a:solidFill>
              <a:latin typeface="Arial"/>
              <a:ea typeface="Arial"/>
              <a:cs typeface="Arial"/>
              <a:sym typeface="Arial"/>
            </a:endParaRPr>
          </a:p>
          <a:p>
            <a:pPr marL="457200" lvl="0" indent="-317500" algn="l" rtl="0">
              <a:spcBef>
                <a:spcPts val="1300"/>
              </a:spcBef>
              <a:spcAft>
                <a:spcPts val="0"/>
              </a:spcAft>
              <a:buClr>
                <a:srgbClr val="000000"/>
              </a:buClr>
              <a:buSzPts val="1400"/>
              <a:buFont typeface="Arial"/>
              <a:buChar char="➢"/>
            </a:pPr>
            <a:r>
              <a:rPr lang="en">
                <a:solidFill>
                  <a:srgbClr val="000000"/>
                </a:solidFill>
                <a:latin typeface="Arial"/>
                <a:ea typeface="Arial"/>
                <a:cs typeface="Arial"/>
                <a:sym typeface="Arial"/>
              </a:rPr>
              <a:t>Πρακτική αυτόνομη πλοήγηση σε περιβάλλον Gazebo σε περιβάλλον με εμπόδια.</a:t>
            </a:r>
            <a:endParaRPr>
              <a:solidFill>
                <a:srgbClr val="000000"/>
              </a:solidFill>
              <a:latin typeface="Arial"/>
              <a:ea typeface="Arial"/>
              <a:cs typeface="Arial"/>
              <a:sym typeface="Arial"/>
            </a:endParaRPr>
          </a:p>
          <a:p>
            <a:pPr marL="457200" lvl="0" indent="-317500" algn="l" rtl="0">
              <a:spcBef>
                <a:spcPts val="0"/>
              </a:spcBef>
              <a:spcAft>
                <a:spcPts val="0"/>
              </a:spcAft>
              <a:buClr>
                <a:srgbClr val="000000"/>
              </a:buClr>
              <a:buSzPts val="1400"/>
              <a:buFont typeface="Arial"/>
              <a:buChar char="➢"/>
            </a:pPr>
            <a:r>
              <a:rPr lang="en">
                <a:solidFill>
                  <a:srgbClr val="000000"/>
                </a:solidFill>
                <a:latin typeface="Arial"/>
                <a:ea typeface="Arial"/>
                <a:cs typeface="Arial"/>
                <a:sym typeface="Arial"/>
              </a:rPr>
              <a:t>Συνδυάζει LiDAR για πλοήγηση μαζί με SLAM για χαρτογράφηση και Nav2 για να σχεδιάσει την διαδρομή του.</a:t>
            </a:r>
            <a:endParaRPr>
              <a:solidFill>
                <a:srgbClr val="000000"/>
              </a:solidFill>
              <a:latin typeface="Arial"/>
              <a:ea typeface="Arial"/>
              <a:cs typeface="Arial"/>
              <a:sym typeface="Arial"/>
            </a:endParaRPr>
          </a:p>
          <a:p>
            <a:pPr marL="457200" lvl="0" indent="-317500" algn="l" rtl="0">
              <a:spcBef>
                <a:spcPts val="0"/>
              </a:spcBef>
              <a:spcAft>
                <a:spcPts val="0"/>
              </a:spcAft>
              <a:buClr>
                <a:srgbClr val="000000"/>
              </a:buClr>
              <a:buSzPts val="1400"/>
              <a:buFont typeface="Arial"/>
              <a:buChar char="➢"/>
            </a:pPr>
            <a:r>
              <a:rPr lang="en">
                <a:solidFill>
                  <a:srgbClr val="000000"/>
                </a:solidFill>
                <a:latin typeface="Arial"/>
                <a:ea typeface="Arial"/>
                <a:cs typeface="Arial"/>
                <a:sym typeface="Arial"/>
              </a:rPr>
              <a:t>Επιτυχία χωρίς σύγκρουση, σε προσομοίωση και φυσικό περιβάλλον</a:t>
            </a:r>
            <a:endParaRPr>
              <a:solidFill>
                <a:srgbClr val="000000"/>
              </a:solidFill>
              <a:latin typeface="Arial"/>
              <a:ea typeface="Arial"/>
              <a:cs typeface="Arial"/>
              <a:sym typeface="Arial"/>
            </a:endParaRPr>
          </a:p>
          <a:p>
            <a:pPr marL="0" lvl="0" indent="0" algn="l" rtl="0">
              <a:spcBef>
                <a:spcPts val="1300"/>
              </a:spcBef>
              <a:spcAft>
                <a:spcPts val="0"/>
              </a:spcAft>
              <a:buNone/>
            </a:pPr>
            <a:r>
              <a:rPr lang="en">
                <a:solidFill>
                  <a:srgbClr val="000000"/>
                </a:solidFill>
                <a:latin typeface="Arial"/>
                <a:ea typeface="Arial"/>
                <a:cs typeface="Arial"/>
                <a:sym typeface="Arial"/>
              </a:rPr>
              <a:t>Το άρθρο δείχνει πώς συνδιάζει τεχνολογίες όπως το ROS μαζί με αισθητήρες και αλγόριθμους για να κάνει το ρομπότ να κινείται αυτόνομα.</a:t>
            </a:r>
            <a:endParaRPr>
              <a:solidFill>
                <a:srgbClr val="000000"/>
              </a:solidFill>
              <a:latin typeface="Arial"/>
              <a:ea typeface="Arial"/>
              <a:cs typeface="Arial"/>
              <a:sym typeface="Arial"/>
            </a:endParaRPr>
          </a:p>
          <a:p>
            <a:pPr marL="0" lvl="0" indent="0" algn="l" rtl="0">
              <a:spcBef>
                <a:spcPts val="1300"/>
              </a:spcBef>
              <a:spcAft>
                <a:spcPts val="0"/>
              </a:spcAft>
              <a:buSzPts val="1400"/>
              <a:buNone/>
            </a:pPr>
            <a:endParaRPr>
              <a:latin typeface="Arial"/>
              <a:ea typeface="Arial"/>
              <a:cs typeface="Arial"/>
              <a:sym typeface="Arial"/>
            </a:endParaRPr>
          </a:p>
        </p:txBody>
      </p:sp>
      <p:grpSp>
        <p:nvGrpSpPr>
          <p:cNvPr id="1401" name="Google Shape;1401;g3d26c8ac372_0_152"/>
          <p:cNvGrpSpPr/>
          <p:nvPr/>
        </p:nvGrpSpPr>
        <p:grpSpPr>
          <a:xfrm>
            <a:off x="-123925" y="4132284"/>
            <a:ext cx="4558967" cy="1141122"/>
            <a:chOff x="-123925" y="4132284"/>
            <a:chExt cx="4558967" cy="1141122"/>
          </a:xfrm>
        </p:grpSpPr>
        <p:grpSp>
          <p:nvGrpSpPr>
            <p:cNvPr id="1402" name="Google Shape;1402;g3d26c8ac372_0_152"/>
            <p:cNvGrpSpPr/>
            <p:nvPr/>
          </p:nvGrpSpPr>
          <p:grpSpPr>
            <a:xfrm>
              <a:off x="-3" y="4132284"/>
              <a:ext cx="2308406" cy="1141122"/>
              <a:chOff x="-3" y="4132284"/>
              <a:chExt cx="2308406" cy="1141122"/>
            </a:xfrm>
          </p:grpSpPr>
          <p:sp>
            <p:nvSpPr>
              <p:cNvPr id="1403" name="Google Shape;1403;g3d26c8ac372_0_152"/>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4" name="Google Shape;1404;g3d26c8ac372_0_152"/>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405" name="Google Shape;1405;g3d26c8ac372_0_152"/>
            <p:cNvGrpSpPr/>
            <p:nvPr/>
          </p:nvGrpSpPr>
          <p:grpSpPr>
            <a:xfrm>
              <a:off x="-123925" y="4386226"/>
              <a:ext cx="4558967" cy="134100"/>
              <a:chOff x="796100" y="3019701"/>
              <a:chExt cx="4558967" cy="134100"/>
            </a:xfrm>
          </p:grpSpPr>
          <p:sp>
            <p:nvSpPr>
              <p:cNvPr id="1406" name="Google Shape;1406;g3d26c8ac372_0_152"/>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407" name="Google Shape;1407;g3d26c8ac372_0_152"/>
              <p:cNvCxnSpPr/>
              <p:nvPr/>
            </p:nvCxnSpPr>
            <p:spPr>
              <a:xfrm>
                <a:off x="796100" y="3086750"/>
                <a:ext cx="4462800" cy="0"/>
              </a:xfrm>
              <a:prstGeom prst="straightConnector1">
                <a:avLst/>
              </a:prstGeom>
              <a:noFill/>
              <a:ln w="9525" cap="flat" cmpd="sng">
                <a:solidFill>
                  <a:schemeClr val="dk2"/>
                </a:solidFill>
                <a:prstDash val="solid"/>
                <a:round/>
                <a:headEnd type="none" w="sm" len="sm"/>
                <a:tailEnd type="none" w="sm" len="sm"/>
              </a:ln>
            </p:spPr>
          </p:cxnSp>
          <p:sp>
            <p:nvSpPr>
              <p:cNvPr id="1408" name="Google Shape;1408;g3d26c8ac372_0_152"/>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12"/>
        <p:cNvGrpSpPr/>
        <p:nvPr/>
      </p:nvGrpSpPr>
      <p:grpSpPr>
        <a:xfrm>
          <a:off x="0" y="0"/>
          <a:ext cx="0" cy="0"/>
          <a:chOff x="0" y="0"/>
          <a:chExt cx="0" cy="0"/>
        </a:xfrm>
      </p:grpSpPr>
      <p:sp>
        <p:nvSpPr>
          <p:cNvPr id="1413" name="Google Shape;1413;g3d26c8ac372_0_232"/>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t>Gargouri et al. (2025)</a:t>
            </a:r>
            <a:endParaRPr/>
          </a:p>
        </p:txBody>
      </p:sp>
      <p:sp>
        <p:nvSpPr>
          <p:cNvPr id="1414" name="Google Shape;1414;g3d26c8ac372_0_232"/>
          <p:cNvSpPr txBox="1">
            <a:spLocks noGrp="1"/>
          </p:cNvSpPr>
          <p:nvPr>
            <p:ph type="subTitle" idx="2"/>
          </p:nvPr>
        </p:nvSpPr>
        <p:spPr>
          <a:xfrm>
            <a:off x="720000" y="1077975"/>
            <a:ext cx="7168200" cy="29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SzPts val="1400"/>
              <a:buNone/>
            </a:pPr>
            <a:r>
              <a:rPr lang="en" b="1" u="sng">
                <a:latin typeface="Arial"/>
                <a:ea typeface="Arial"/>
                <a:cs typeface="Arial"/>
                <a:sym typeface="Arial"/>
              </a:rPr>
              <a:t>Θέμα:</a:t>
            </a:r>
            <a:r>
              <a:rPr lang="en">
                <a:latin typeface="Arial"/>
                <a:ea typeface="Arial"/>
                <a:cs typeface="Arial"/>
                <a:sym typeface="Arial"/>
              </a:rPr>
              <a:t> Αυτόνομα ρομπότ εσωτερικού χώρου και αξιολόγηση της απόδοσής τους. </a:t>
            </a:r>
            <a:endParaRPr/>
          </a:p>
          <a:p>
            <a:pPr marL="0" lvl="0" indent="0" algn="l" rtl="0">
              <a:spcBef>
                <a:spcPts val="1300"/>
              </a:spcBef>
              <a:spcAft>
                <a:spcPts val="0"/>
              </a:spcAft>
              <a:buNone/>
            </a:pPr>
            <a:r>
              <a:rPr lang="en" b="1" u="sng">
                <a:solidFill>
                  <a:srgbClr val="000000"/>
                </a:solidFill>
                <a:latin typeface="Arial"/>
                <a:ea typeface="Arial"/>
                <a:cs typeface="Arial"/>
                <a:sym typeface="Arial"/>
              </a:rPr>
              <a:t>Κύρια Σημεία:</a:t>
            </a:r>
            <a:endParaRPr b="1" u="sng">
              <a:solidFill>
                <a:srgbClr val="000000"/>
              </a:solidFill>
              <a:latin typeface="Arial"/>
              <a:ea typeface="Arial"/>
              <a:cs typeface="Arial"/>
              <a:sym typeface="Arial"/>
            </a:endParaRPr>
          </a:p>
          <a:p>
            <a:pPr marL="457200" lvl="0" indent="-317500" algn="l" rtl="0">
              <a:spcBef>
                <a:spcPts val="1300"/>
              </a:spcBef>
              <a:spcAft>
                <a:spcPts val="0"/>
              </a:spcAft>
              <a:buClr>
                <a:srgbClr val="000000"/>
              </a:buClr>
              <a:buSzPts val="1400"/>
              <a:buFont typeface="Arial"/>
              <a:buChar char="➢"/>
            </a:pPr>
            <a:r>
              <a:rPr lang="en">
                <a:solidFill>
                  <a:srgbClr val="000000"/>
                </a:solidFill>
                <a:latin typeface="Arial"/>
                <a:ea typeface="Arial"/>
                <a:cs typeface="Arial"/>
                <a:sym typeface="Arial"/>
              </a:rPr>
              <a:t>Χωρίζει το ρομπότ σε 3 κομμάτια: perception, localization, navigation.</a:t>
            </a:r>
            <a:endParaRPr>
              <a:solidFill>
                <a:srgbClr val="000000"/>
              </a:solidFill>
              <a:latin typeface="Arial"/>
              <a:ea typeface="Arial"/>
              <a:cs typeface="Arial"/>
              <a:sym typeface="Arial"/>
            </a:endParaRPr>
          </a:p>
          <a:p>
            <a:pPr marL="457200" lvl="0" indent="-317500" algn="l" rtl="0">
              <a:spcBef>
                <a:spcPts val="0"/>
              </a:spcBef>
              <a:spcAft>
                <a:spcPts val="0"/>
              </a:spcAft>
              <a:buClr>
                <a:srgbClr val="000000"/>
              </a:buClr>
              <a:buSzPts val="1400"/>
              <a:buFont typeface="Arial"/>
              <a:buChar char="➢"/>
            </a:pPr>
            <a:r>
              <a:rPr lang="en">
                <a:solidFill>
                  <a:srgbClr val="000000"/>
                </a:solidFill>
                <a:latin typeface="Arial"/>
                <a:ea typeface="Arial"/>
                <a:cs typeface="Arial"/>
                <a:sym typeface="Arial"/>
              </a:rPr>
              <a:t>Χρησιμοποιεί τεχνολογίες όπως ROS2, Nav2, AMCL μαζί με Α* για path planning και DWA για αποφυγή εμποδίων.</a:t>
            </a:r>
            <a:endParaRPr>
              <a:solidFill>
                <a:srgbClr val="000000"/>
              </a:solidFill>
              <a:latin typeface="Arial"/>
              <a:ea typeface="Arial"/>
              <a:cs typeface="Arial"/>
              <a:sym typeface="Arial"/>
            </a:endParaRPr>
          </a:p>
          <a:p>
            <a:pPr marL="457200" lvl="0" indent="-317500" algn="l" rtl="0">
              <a:spcBef>
                <a:spcPts val="0"/>
              </a:spcBef>
              <a:spcAft>
                <a:spcPts val="0"/>
              </a:spcAft>
              <a:buClr>
                <a:srgbClr val="000000"/>
              </a:buClr>
              <a:buSzPts val="1400"/>
              <a:buFont typeface="Arial"/>
              <a:buChar char="➢"/>
            </a:pPr>
            <a:r>
              <a:rPr lang="en">
                <a:solidFill>
                  <a:srgbClr val="000000"/>
                </a:solidFill>
                <a:latin typeface="Arial"/>
                <a:ea typeface="Arial"/>
                <a:cs typeface="Arial"/>
                <a:sym typeface="Arial"/>
              </a:rPr>
              <a:t>Δίνει έμφαση στην αξιολόγηση της απόδοσης μέσω του localization error και πόσες αποστολές ολοκληρώνει επιτυχώς</a:t>
            </a:r>
            <a:endParaRPr i="1">
              <a:solidFill>
                <a:srgbClr val="000000"/>
              </a:solidFill>
              <a:latin typeface="Arial"/>
              <a:ea typeface="Arial"/>
              <a:cs typeface="Arial"/>
              <a:sym typeface="Arial"/>
            </a:endParaRPr>
          </a:p>
          <a:p>
            <a:pPr marL="457200" lvl="0" indent="-317500" algn="l" rtl="0">
              <a:spcBef>
                <a:spcPts val="0"/>
              </a:spcBef>
              <a:spcAft>
                <a:spcPts val="0"/>
              </a:spcAft>
              <a:buClr>
                <a:srgbClr val="000000"/>
              </a:buClr>
              <a:buSzPts val="1400"/>
              <a:buFont typeface="Arial"/>
              <a:buChar char="➢"/>
            </a:pPr>
            <a:r>
              <a:rPr lang="en">
                <a:solidFill>
                  <a:srgbClr val="000000"/>
                </a:solidFill>
                <a:latin typeface="Arial"/>
                <a:ea typeface="Arial"/>
                <a:cs typeface="Arial"/>
                <a:sym typeface="Arial"/>
              </a:rPr>
              <a:t>Έμφαση σε cost-effective &amp; real-time performance</a:t>
            </a:r>
            <a:endParaRPr>
              <a:solidFill>
                <a:srgbClr val="000000"/>
              </a:solidFill>
              <a:latin typeface="Arial"/>
              <a:ea typeface="Arial"/>
              <a:cs typeface="Arial"/>
              <a:sym typeface="Arial"/>
            </a:endParaRPr>
          </a:p>
          <a:p>
            <a:pPr marL="0" lvl="0" indent="0" algn="l" rtl="0">
              <a:spcBef>
                <a:spcPts val="1300"/>
              </a:spcBef>
              <a:spcAft>
                <a:spcPts val="0"/>
              </a:spcAft>
              <a:buNone/>
            </a:pPr>
            <a:r>
              <a:rPr lang="en">
                <a:solidFill>
                  <a:srgbClr val="000000"/>
                </a:solidFill>
                <a:latin typeface="Arial"/>
                <a:ea typeface="Arial"/>
                <a:cs typeface="Arial"/>
                <a:sym typeface="Arial"/>
              </a:rPr>
              <a:t>Το άρθρο μας εξηγεί και δείχνει τον τρόπο δημιουργίας ενός αυτόνομου ρομπότ εσωτερικού χώρου που αξιολογείται από διάφορα metrics για την απόδοσή του.</a:t>
            </a:r>
            <a:endParaRPr>
              <a:solidFill>
                <a:srgbClr val="000000"/>
              </a:solidFill>
              <a:latin typeface="Arial"/>
              <a:ea typeface="Arial"/>
              <a:cs typeface="Arial"/>
              <a:sym typeface="Arial"/>
            </a:endParaRPr>
          </a:p>
          <a:p>
            <a:pPr marL="0" lvl="0" indent="0" algn="l" rtl="0">
              <a:lnSpc>
                <a:spcPct val="115000"/>
              </a:lnSpc>
              <a:spcBef>
                <a:spcPts val="1300"/>
              </a:spcBef>
              <a:spcAft>
                <a:spcPts val="0"/>
              </a:spcAft>
              <a:buSzPts val="1400"/>
              <a:buNone/>
            </a:pPr>
            <a:endParaRPr/>
          </a:p>
        </p:txBody>
      </p:sp>
      <p:grpSp>
        <p:nvGrpSpPr>
          <p:cNvPr id="1415" name="Google Shape;1415;g3d26c8ac372_0_232"/>
          <p:cNvGrpSpPr/>
          <p:nvPr/>
        </p:nvGrpSpPr>
        <p:grpSpPr>
          <a:xfrm>
            <a:off x="-123925" y="4132284"/>
            <a:ext cx="4558967" cy="1141122"/>
            <a:chOff x="-123925" y="4132284"/>
            <a:chExt cx="4558967" cy="1141122"/>
          </a:xfrm>
        </p:grpSpPr>
        <p:grpSp>
          <p:nvGrpSpPr>
            <p:cNvPr id="1416" name="Google Shape;1416;g3d26c8ac372_0_232"/>
            <p:cNvGrpSpPr/>
            <p:nvPr/>
          </p:nvGrpSpPr>
          <p:grpSpPr>
            <a:xfrm>
              <a:off x="-3" y="4132284"/>
              <a:ext cx="2308406" cy="1141122"/>
              <a:chOff x="-3" y="4132284"/>
              <a:chExt cx="2308406" cy="1141122"/>
            </a:xfrm>
          </p:grpSpPr>
          <p:sp>
            <p:nvSpPr>
              <p:cNvPr id="1417" name="Google Shape;1417;g3d26c8ac372_0_232"/>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8" name="Google Shape;1418;g3d26c8ac372_0_232"/>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419" name="Google Shape;1419;g3d26c8ac372_0_232"/>
            <p:cNvGrpSpPr/>
            <p:nvPr/>
          </p:nvGrpSpPr>
          <p:grpSpPr>
            <a:xfrm>
              <a:off x="-123925" y="4386226"/>
              <a:ext cx="4558967" cy="134100"/>
              <a:chOff x="796100" y="3019701"/>
              <a:chExt cx="4558967" cy="134100"/>
            </a:xfrm>
          </p:grpSpPr>
          <p:sp>
            <p:nvSpPr>
              <p:cNvPr id="1420" name="Google Shape;1420;g3d26c8ac372_0_232"/>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421" name="Google Shape;1421;g3d26c8ac372_0_232"/>
              <p:cNvCxnSpPr/>
              <p:nvPr/>
            </p:nvCxnSpPr>
            <p:spPr>
              <a:xfrm>
                <a:off x="796100" y="3086750"/>
                <a:ext cx="4462800" cy="0"/>
              </a:xfrm>
              <a:prstGeom prst="straightConnector1">
                <a:avLst/>
              </a:prstGeom>
              <a:noFill/>
              <a:ln w="9525" cap="flat" cmpd="sng">
                <a:solidFill>
                  <a:schemeClr val="dk2"/>
                </a:solidFill>
                <a:prstDash val="solid"/>
                <a:round/>
                <a:headEnd type="none" w="sm" len="sm"/>
                <a:tailEnd type="none" w="sm" len="sm"/>
              </a:ln>
            </p:spPr>
          </p:cxnSp>
          <p:sp>
            <p:nvSpPr>
              <p:cNvPr id="1422" name="Google Shape;1422;g3d26c8ac372_0_232"/>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26"/>
        <p:cNvGrpSpPr/>
        <p:nvPr/>
      </p:nvGrpSpPr>
      <p:grpSpPr>
        <a:xfrm>
          <a:off x="0" y="0"/>
          <a:ext cx="0" cy="0"/>
          <a:chOff x="0" y="0"/>
          <a:chExt cx="0" cy="0"/>
        </a:xfrm>
      </p:grpSpPr>
      <p:sp>
        <p:nvSpPr>
          <p:cNvPr id="1427" name="Google Shape;1427;p12"/>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t>Σύνοψη Ανασκόπησης</a:t>
            </a:r>
            <a:endParaRPr/>
          </a:p>
        </p:txBody>
      </p:sp>
      <p:graphicFrame>
        <p:nvGraphicFramePr>
          <p:cNvPr id="1428" name="Google Shape;1428;p12"/>
          <p:cNvGraphicFramePr/>
          <p:nvPr/>
        </p:nvGraphicFramePr>
        <p:xfrm>
          <a:off x="814838" y="1089969"/>
          <a:ext cx="3000000" cy="3000000"/>
        </p:xfrm>
        <a:graphic>
          <a:graphicData uri="http://schemas.openxmlformats.org/drawingml/2006/table">
            <a:tbl>
              <a:tblPr>
                <a:noFill/>
                <a:tableStyleId>{E2A12BE9-BE77-4F99-A50B-A307188946BC}</a:tableStyleId>
              </a:tblPr>
              <a:tblGrid>
                <a:gridCol w="1851450">
                  <a:extLst>
                    <a:ext uri="{9D8B030D-6E8A-4147-A177-3AD203B41FA5}">
                      <a16:colId xmlns:a16="http://schemas.microsoft.com/office/drawing/2014/main" val="20000"/>
                    </a:ext>
                  </a:extLst>
                </a:gridCol>
                <a:gridCol w="2496775">
                  <a:extLst>
                    <a:ext uri="{9D8B030D-6E8A-4147-A177-3AD203B41FA5}">
                      <a16:colId xmlns:a16="http://schemas.microsoft.com/office/drawing/2014/main" val="20001"/>
                    </a:ext>
                  </a:extLst>
                </a:gridCol>
                <a:gridCol w="3166100">
                  <a:extLst>
                    <a:ext uri="{9D8B030D-6E8A-4147-A177-3AD203B41FA5}">
                      <a16:colId xmlns:a16="http://schemas.microsoft.com/office/drawing/2014/main" val="20002"/>
                    </a:ext>
                  </a:extLst>
                </a:gridCol>
              </a:tblGrid>
              <a:tr h="450575">
                <a:tc>
                  <a:txBody>
                    <a:bodyPr/>
                    <a:lstStyle/>
                    <a:p>
                      <a:pPr marL="228600" marR="0" lvl="0" indent="0" algn="l" rtl="0">
                        <a:lnSpc>
                          <a:spcPct val="115000"/>
                        </a:lnSpc>
                        <a:spcBef>
                          <a:spcPts val="0"/>
                        </a:spcBef>
                        <a:spcAft>
                          <a:spcPts val="0"/>
                        </a:spcAft>
                        <a:buClr>
                          <a:srgbClr val="000000"/>
                        </a:buClr>
                        <a:buSzPts val="2000"/>
                        <a:buFont typeface="Arial"/>
                        <a:buNone/>
                      </a:pPr>
                      <a:r>
                        <a:rPr lang="en" b="1">
                          <a:solidFill>
                            <a:schemeClr val="dk1"/>
                          </a:solidFill>
                          <a:latin typeface="IBM Plex Mono"/>
                          <a:ea typeface="IBM Plex Mono"/>
                          <a:cs typeface="IBM Plex Mono"/>
                          <a:sym typeface="IBM Plex Mono"/>
                        </a:rPr>
                        <a:t>  Άρθρο</a:t>
                      </a:r>
                      <a:endParaRPr b="1" u="none" strike="noStrike" cap="none">
                        <a:solidFill>
                          <a:schemeClr val="dk1"/>
                        </a:solidFill>
                        <a:latin typeface="IBM Plex Mono"/>
                        <a:ea typeface="IBM Plex Mono"/>
                        <a:cs typeface="IBM Plex Mono"/>
                        <a:sym typeface="IBM Plex Mono"/>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accent2"/>
                    </a:solidFill>
                  </a:tcPr>
                </a:tc>
                <a:tc>
                  <a:txBody>
                    <a:bodyPr/>
                    <a:lstStyle/>
                    <a:p>
                      <a:pPr marL="228600" marR="0" lvl="0" indent="0" algn="l" rtl="0">
                        <a:lnSpc>
                          <a:spcPct val="115000"/>
                        </a:lnSpc>
                        <a:spcBef>
                          <a:spcPts val="0"/>
                        </a:spcBef>
                        <a:spcAft>
                          <a:spcPts val="0"/>
                        </a:spcAft>
                        <a:buClr>
                          <a:srgbClr val="000000"/>
                        </a:buClr>
                        <a:buSzPts val="2000"/>
                        <a:buFont typeface="Arial"/>
                        <a:buNone/>
                      </a:pPr>
                      <a:r>
                        <a:rPr lang="en" b="1">
                          <a:solidFill>
                            <a:schemeClr val="dk1"/>
                          </a:solidFill>
                          <a:latin typeface="IBM Plex Mono"/>
                          <a:ea typeface="IBM Plex Mono"/>
                          <a:cs typeface="IBM Plex Mono"/>
                          <a:sym typeface="IBM Plex Mono"/>
                        </a:rPr>
                        <a:t>    Συνεισφορά</a:t>
                      </a:r>
                      <a:endParaRPr b="1" u="none" strike="noStrike" cap="none">
                        <a:solidFill>
                          <a:schemeClr val="dk1"/>
                        </a:solidFill>
                        <a:latin typeface="IBM Plex Mono"/>
                        <a:ea typeface="IBM Plex Mono"/>
                        <a:cs typeface="IBM Plex Mono"/>
                        <a:sym typeface="IBM Plex Mono"/>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accent2"/>
                    </a:solidFill>
                  </a:tcPr>
                </a:tc>
                <a:tc>
                  <a:txBody>
                    <a:bodyPr/>
                    <a:lstStyle/>
                    <a:p>
                      <a:pPr marL="228600" marR="0" lvl="0" indent="0" algn="ctr" rtl="0">
                        <a:lnSpc>
                          <a:spcPct val="115000"/>
                        </a:lnSpc>
                        <a:spcBef>
                          <a:spcPts val="0"/>
                        </a:spcBef>
                        <a:spcAft>
                          <a:spcPts val="0"/>
                        </a:spcAft>
                        <a:buClr>
                          <a:srgbClr val="000000"/>
                        </a:buClr>
                        <a:buSzPts val="2000"/>
                        <a:buFont typeface="Arial"/>
                        <a:buNone/>
                      </a:pPr>
                      <a:r>
                        <a:rPr lang="en" b="1">
                          <a:solidFill>
                            <a:schemeClr val="dk1"/>
                          </a:solidFill>
                          <a:latin typeface="IBM Plex Mono"/>
                          <a:ea typeface="IBM Plex Mono"/>
                          <a:cs typeface="IBM Plex Mono"/>
                          <a:sym typeface="IBM Plex Mono"/>
                        </a:rPr>
                        <a:t>Εφαρμογές</a:t>
                      </a:r>
                      <a:endParaRPr b="1" u="none" strike="noStrike" cap="none">
                        <a:solidFill>
                          <a:schemeClr val="dk1"/>
                        </a:solidFill>
                        <a:latin typeface="IBM Plex Mono"/>
                        <a:ea typeface="IBM Plex Mono"/>
                        <a:cs typeface="IBM Plex Mono"/>
                        <a:sym typeface="IBM Plex Mono"/>
                      </a:endParaRPr>
                    </a:p>
                  </a:txBody>
                  <a:tcPr marL="91425" marR="91425" marT="91425" marB="91425">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accent2"/>
                    </a:solidFill>
                  </a:tcPr>
                </a:tc>
                <a:extLst>
                  <a:ext uri="{0D108BD9-81ED-4DB2-BD59-A6C34878D82A}">
                    <a16:rowId xmlns:a16="http://schemas.microsoft.com/office/drawing/2014/main" val="10000"/>
                  </a:ext>
                </a:extLst>
              </a:tr>
              <a:tr h="786300">
                <a:tc>
                  <a:txBody>
                    <a:bodyPr/>
                    <a:lstStyle/>
                    <a:p>
                      <a:pPr marL="0" marR="0" lvl="0" indent="0" algn="l" rtl="0">
                        <a:lnSpc>
                          <a:spcPct val="115000"/>
                        </a:lnSpc>
                        <a:spcBef>
                          <a:spcPts val="0"/>
                        </a:spcBef>
                        <a:spcAft>
                          <a:spcPts val="0"/>
                        </a:spcAft>
                        <a:buNone/>
                      </a:pPr>
                      <a:r>
                        <a:rPr lang="en">
                          <a:solidFill>
                            <a:schemeClr val="dk1"/>
                          </a:solidFill>
                        </a:rPr>
                        <a:t>     Kim &amp; Jung</a:t>
                      </a:r>
                      <a:endParaRPr sz="1400" u="none" strike="noStrike" cap="none">
                        <a:solidFill>
                          <a:schemeClr val="dk1"/>
                        </a:solidFill>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tc>
                  <a:txBody>
                    <a:bodyPr/>
                    <a:lstStyle/>
                    <a:p>
                      <a:pPr marL="457200" marR="0" lvl="0" indent="0" algn="l" rtl="0">
                        <a:lnSpc>
                          <a:spcPct val="115000"/>
                        </a:lnSpc>
                        <a:spcBef>
                          <a:spcPts val="0"/>
                        </a:spcBef>
                        <a:spcAft>
                          <a:spcPts val="0"/>
                        </a:spcAft>
                        <a:buNone/>
                      </a:pPr>
                      <a:r>
                        <a:rPr lang="en">
                          <a:solidFill>
                            <a:schemeClr val="dk1"/>
                          </a:solidFill>
                        </a:rPr>
                        <a:t>Θεωρητική βάση για routing και εκτίμηση χρόνου μετακίνησης</a:t>
                      </a:r>
                      <a:endParaRPr sz="1400" u="none" strike="noStrike" cap="none">
                        <a:solidFill>
                          <a:schemeClr val="dk1"/>
                        </a:solidFill>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tc>
                  <a:txBody>
                    <a:bodyPr/>
                    <a:lstStyle/>
                    <a:p>
                      <a:pPr marL="457200" marR="0" lvl="0" indent="0" algn="ctr" rtl="0">
                        <a:lnSpc>
                          <a:spcPct val="115000"/>
                        </a:lnSpc>
                        <a:spcBef>
                          <a:spcPts val="0"/>
                        </a:spcBef>
                        <a:spcAft>
                          <a:spcPts val="0"/>
                        </a:spcAft>
                        <a:buNone/>
                      </a:pPr>
                      <a:r>
                        <a:rPr lang="en">
                          <a:solidFill>
                            <a:schemeClr val="dk1"/>
                          </a:solidFill>
                        </a:rPr>
                        <a:t>Οργάνωση αποστολών και υπολογισμός χρόνου διαδρομής</a:t>
                      </a:r>
                      <a:endParaRPr sz="1400" u="none" strike="noStrike" cap="none">
                        <a:solidFill>
                          <a:schemeClr val="dk1"/>
                        </a:solidFill>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786300">
                <a:tc>
                  <a:txBody>
                    <a:bodyPr/>
                    <a:lstStyle/>
                    <a:p>
                      <a:pPr marL="228600" marR="0" lvl="0" indent="0" algn="l" rtl="0">
                        <a:lnSpc>
                          <a:spcPct val="115000"/>
                        </a:lnSpc>
                        <a:spcBef>
                          <a:spcPts val="0"/>
                        </a:spcBef>
                        <a:spcAft>
                          <a:spcPts val="0"/>
                        </a:spcAft>
                        <a:buClr>
                          <a:srgbClr val="000000"/>
                        </a:buClr>
                        <a:buSzPts val="1400"/>
                        <a:buFont typeface="Arial"/>
                        <a:buNone/>
                      </a:pPr>
                      <a:r>
                        <a:rPr lang="en">
                          <a:solidFill>
                            <a:schemeClr val="dk1"/>
                          </a:solidFill>
                        </a:rPr>
                        <a:t>Salihu et al.</a:t>
                      </a:r>
                      <a:endParaRPr sz="1400" u="none" strike="noStrike" cap="none">
                        <a:solidFill>
                          <a:schemeClr val="dk1"/>
                        </a:solidFill>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tc>
                  <a:txBody>
                    <a:bodyPr/>
                    <a:lstStyle/>
                    <a:p>
                      <a:pPr marL="230399" marR="0" lvl="0" indent="0" algn="ctr" rtl="0">
                        <a:lnSpc>
                          <a:spcPct val="115000"/>
                        </a:lnSpc>
                        <a:spcBef>
                          <a:spcPts val="0"/>
                        </a:spcBef>
                        <a:spcAft>
                          <a:spcPts val="0"/>
                        </a:spcAft>
                        <a:buClr>
                          <a:srgbClr val="000000"/>
                        </a:buClr>
                        <a:buSzPts val="1400"/>
                        <a:buFont typeface="Arial"/>
                        <a:buNone/>
                      </a:pPr>
                      <a:r>
                        <a:rPr lang="en">
                          <a:solidFill>
                            <a:schemeClr val="dk1"/>
                          </a:solidFill>
                        </a:rPr>
                        <a:t>Πρακτική αρχιτεκτονική navigation με LiDAR , ROS2 , Nav2</a:t>
                      </a:r>
                      <a:endParaRPr sz="1400" u="none" strike="noStrike" cap="none">
                        <a:solidFill>
                          <a:schemeClr val="dk1"/>
                        </a:solidFill>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tc>
                  <a:txBody>
                    <a:bodyPr/>
                    <a:lstStyle/>
                    <a:p>
                      <a:pPr marL="230399" marR="0" lvl="0" indent="0" algn="ctr" rtl="0">
                        <a:lnSpc>
                          <a:spcPct val="115000"/>
                        </a:lnSpc>
                        <a:spcBef>
                          <a:spcPts val="0"/>
                        </a:spcBef>
                        <a:spcAft>
                          <a:spcPts val="0"/>
                        </a:spcAft>
                        <a:buClr>
                          <a:srgbClr val="000000"/>
                        </a:buClr>
                        <a:buSzPts val="1400"/>
                        <a:buFont typeface="Arial"/>
                        <a:buNone/>
                      </a:pPr>
                      <a:r>
                        <a:rPr lang="en">
                          <a:solidFill>
                            <a:schemeClr val="dk1"/>
                          </a:solidFill>
                        </a:rPr>
                        <a:t>Συνδυαστική προσέγγιση τεχνολογιών για την δημιουργία ενός αυτόνομου ρομπότ</a:t>
                      </a:r>
                      <a:endParaRPr sz="1400" u="none" strike="noStrike" cap="none">
                        <a:solidFill>
                          <a:schemeClr val="dk1"/>
                        </a:solidFill>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786300">
                <a:tc>
                  <a:txBody>
                    <a:bodyPr/>
                    <a:lstStyle/>
                    <a:p>
                      <a:pPr marL="228600" marR="0" lvl="0" indent="0" algn="l" rtl="0">
                        <a:lnSpc>
                          <a:spcPct val="115000"/>
                        </a:lnSpc>
                        <a:spcBef>
                          <a:spcPts val="0"/>
                        </a:spcBef>
                        <a:spcAft>
                          <a:spcPts val="0"/>
                        </a:spcAft>
                        <a:buNone/>
                      </a:pPr>
                      <a:r>
                        <a:rPr lang="en">
                          <a:solidFill>
                            <a:schemeClr val="dk1"/>
                          </a:solidFill>
                        </a:rPr>
                        <a:t>Gargouri et al.</a:t>
                      </a:r>
                      <a:endParaRPr sz="1400" u="none" strike="noStrike" cap="none">
                        <a:solidFill>
                          <a:schemeClr val="dk1"/>
                        </a:solidFill>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tc>
                  <a:txBody>
                    <a:bodyPr/>
                    <a:lstStyle/>
                    <a:p>
                      <a:pPr marL="230399" marR="0" lvl="0" indent="0" algn="ctr" rtl="0">
                        <a:lnSpc>
                          <a:spcPct val="115000"/>
                        </a:lnSpc>
                        <a:spcBef>
                          <a:spcPts val="0"/>
                        </a:spcBef>
                        <a:spcAft>
                          <a:spcPts val="0"/>
                        </a:spcAft>
                        <a:buNone/>
                      </a:pPr>
                      <a:r>
                        <a:rPr lang="en">
                          <a:solidFill>
                            <a:schemeClr val="dk1"/>
                          </a:solidFill>
                        </a:rPr>
                        <a:t>Χρήση metrics για αξιολόγηση και τεχνολογιών όπως το AMCL, ROS2, Nav2</a:t>
                      </a:r>
                      <a:endParaRPr sz="1400" u="none" strike="noStrike" cap="none">
                        <a:solidFill>
                          <a:schemeClr val="dk1"/>
                        </a:solidFill>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tc>
                  <a:txBody>
                    <a:bodyPr/>
                    <a:lstStyle/>
                    <a:p>
                      <a:pPr marL="230399" marR="0" lvl="0" indent="0" algn="ctr" rtl="0">
                        <a:lnSpc>
                          <a:spcPct val="115000"/>
                        </a:lnSpc>
                        <a:spcBef>
                          <a:spcPts val="0"/>
                        </a:spcBef>
                        <a:spcAft>
                          <a:spcPts val="0"/>
                        </a:spcAft>
                        <a:buNone/>
                      </a:pPr>
                      <a:r>
                        <a:rPr lang="en">
                          <a:solidFill>
                            <a:schemeClr val="dk1"/>
                          </a:solidFill>
                        </a:rPr>
                        <a:t>Παρομοίως συνδυαστική προσέγγιση με την προσθήκη μέτρων αξιολόγησης ως προς την απόδοση</a:t>
                      </a:r>
                      <a:endParaRPr sz="1400" u="none" strike="noStrike" cap="none">
                        <a:solidFill>
                          <a:schemeClr val="dk1"/>
                        </a:solidFill>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2"/>
        <p:cNvGrpSpPr/>
        <p:nvPr/>
      </p:nvGrpSpPr>
      <p:grpSpPr>
        <a:xfrm>
          <a:off x="0" y="0"/>
          <a:ext cx="0" cy="0"/>
          <a:chOff x="0" y="0"/>
          <a:chExt cx="0" cy="0"/>
        </a:xfrm>
      </p:grpSpPr>
      <p:sp>
        <p:nvSpPr>
          <p:cNvPr id="1433" name="Google Shape;1433;g3d26c8ac372_0_93"/>
          <p:cNvSpPr txBox="1">
            <a:spLocks noGrp="1"/>
          </p:cNvSpPr>
          <p:nvPr>
            <p:ph type="title" idx="2"/>
          </p:nvPr>
        </p:nvSpPr>
        <p:spPr>
          <a:xfrm>
            <a:off x="720000" y="1025725"/>
            <a:ext cx="1702500" cy="993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6000"/>
              <a:buNone/>
            </a:pPr>
            <a:r>
              <a:rPr lang="en"/>
              <a:t>04</a:t>
            </a:r>
            <a:endParaRPr/>
          </a:p>
        </p:txBody>
      </p:sp>
      <p:grpSp>
        <p:nvGrpSpPr>
          <p:cNvPr id="1434" name="Google Shape;1434;g3d26c8ac372_0_93"/>
          <p:cNvGrpSpPr/>
          <p:nvPr/>
        </p:nvGrpSpPr>
        <p:grpSpPr>
          <a:xfrm>
            <a:off x="-374387" y="3354325"/>
            <a:ext cx="3922593" cy="2969900"/>
            <a:chOff x="-374387" y="3354325"/>
            <a:chExt cx="3922593" cy="2969900"/>
          </a:xfrm>
        </p:grpSpPr>
        <p:pic>
          <p:nvPicPr>
            <p:cNvPr id="1435" name="Google Shape;1435;g3d26c8ac372_0_93"/>
            <p:cNvPicPr preferRelativeResize="0"/>
            <p:nvPr/>
          </p:nvPicPr>
          <p:blipFill rotWithShape="1">
            <a:blip r:embed="rId3">
              <a:alphaModFix/>
            </a:blip>
            <a:srcRect l="16960" t="24719" r="7121" b="26177"/>
            <a:stretch/>
          </p:blipFill>
          <p:spPr>
            <a:xfrm>
              <a:off x="-374387" y="3354325"/>
              <a:ext cx="3891276" cy="2969900"/>
            </a:xfrm>
            <a:prstGeom prst="rect">
              <a:avLst/>
            </a:prstGeom>
            <a:noFill/>
            <a:ln>
              <a:noFill/>
            </a:ln>
          </p:spPr>
        </p:pic>
        <p:grpSp>
          <p:nvGrpSpPr>
            <p:cNvPr id="1436" name="Google Shape;1436;g3d26c8ac372_0_93"/>
            <p:cNvGrpSpPr/>
            <p:nvPr/>
          </p:nvGrpSpPr>
          <p:grpSpPr>
            <a:xfrm>
              <a:off x="1853586" y="4445562"/>
              <a:ext cx="1694620" cy="1360169"/>
              <a:chOff x="7945225" y="4302000"/>
              <a:chExt cx="904666" cy="726121"/>
            </a:xfrm>
          </p:grpSpPr>
          <p:sp>
            <p:nvSpPr>
              <p:cNvPr id="1437" name="Google Shape;1437;g3d26c8ac372_0_93"/>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8" name="Google Shape;1438;g3d26c8ac372_0_93"/>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9" name="Google Shape;1439;g3d26c8ac372_0_93"/>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1440" name="Google Shape;1440;g3d26c8ac372_0_93"/>
          <p:cNvSpPr txBox="1">
            <a:spLocks noGrp="1"/>
          </p:cNvSpPr>
          <p:nvPr>
            <p:ph type="title"/>
          </p:nvPr>
        </p:nvSpPr>
        <p:spPr>
          <a:xfrm>
            <a:off x="720000" y="2030425"/>
            <a:ext cx="5598000" cy="13239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Clr>
                <a:srgbClr val="000000"/>
              </a:buClr>
              <a:buSzPts val="3600"/>
              <a:buFont typeface="Arial"/>
              <a:buNone/>
            </a:pPr>
            <a:r>
              <a:rPr lang="en"/>
              <a:t>Συμπεράσματα και Εφαρμογές</a:t>
            </a:r>
            <a:endParaRPr/>
          </a:p>
        </p:txBody>
      </p:sp>
      <p:grpSp>
        <p:nvGrpSpPr>
          <p:cNvPr id="1441" name="Google Shape;1441;g3d26c8ac372_0_93"/>
          <p:cNvGrpSpPr/>
          <p:nvPr/>
        </p:nvGrpSpPr>
        <p:grpSpPr>
          <a:xfrm>
            <a:off x="6487513" y="-1301175"/>
            <a:ext cx="4268216" cy="6666030"/>
            <a:chOff x="6128138" y="-1301175"/>
            <a:chExt cx="4268216" cy="6666030"/>
          </a:xfrm>
        </p:grpSpPr>
        <p:sp>
          <p:nvSpPr>
            <p:cNvPr id="1442" name="Google Shape;1442;g3d26c8ac372_0_93"/>
            <p:cNvSpPr/>
            <p:nvPr/>
          </p:nvSpPr>
          <p:spPr>
            <a:xfrm>
              <a:off x="6368175" y="103161"/>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3" name="Google Shape;1443;g3d26c8ac372_0_93"/>
            <p:cNvSpPr/>
            <p:nvPr/>
          </p:nvSpPr>
          <p:spPr>
            <a:xfrm>
              <a:off x="6711143" y="81300"/>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4" name="Google Shape;1444;g3d26c8ac372_0_93"/>
            <p:cNvSpPr/>
            <p:nvPr/>
          </p:nvSpPr>
          <p:spPr>
            <a:xfrm>
              <a:off x="7243039" y="2456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5" name="Google Shape;1445;g3d26c8ac372_0_93"/>
            <p:cNvSpPr/>
            <p:nvPr/>
          </p:nvSpPr>
          <p:spPr>
            <a:xfrm>
              <a:off x="6875804" y="622450"/>
              <a:ext cx="1860443" cy="4595326"/>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6" name="Google Shape;1446;g3d26c8ac372_0_93"/>
            <p:cNvSpPr/>
            <p:nvPr/>
          </p:nvSpPr>
          <p:spPr>
            <a:xfrm>
              <a:off x="6573850" y="621225"/>
              <a:ext cx="1860443" cy="4595326"/>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447" name="Google Shape;1447;g3d26c8ac372_0_93"/>
            <p:cNvPicPr preferRelativeResize="0"/>
            <p:nvPr/>
          </p:nvPicPr>
          <p:blipFill rotWithShape="1">
            <a:blip r:embed="rId3">
              <a:alphaModFix/>
            </a:blip>
            <a:srcRect l="16960" t="24719" r="7121" b="26177"/>
            <a:stretch/>
          </p:blipFill>
          <p:spPr>
            <a:xfrm>
              <a:off x="6128138" y="-1301175"/>
              <a:ext cx="4198516" cy="3204401"/>
            </a:xfrm>
            <a:prstGeom prst="rect">
              <a:avLst/>
            </a:prstGeom>
            <a:noFill/>
            <a:ln>
              <a:noFill/>
            </a:ln>
          </p:spPr>
        </p:pic>
        <p:grpSp>
          <p:nvGrpSpPr>
            <p:cNvPr id="1448" name="Google Shape;1448;g3d26c8ac372_0_93"/>
            <p:cNvGrpSpPr/>
            <p:nvPr/>
          </p:nvGrpSpPr>
          <p:grpSpPr>
            <a:xfrm rot="5400000">
              <a:off x="7873341" y="4254316"/>
              <a:ext cx="708100" cy="708500"/>
              <a:chOff x="3678700" y="407275"/>
              <a:chExt cx="708100" cy="708500"/>
            </a:xfrm>
          </p:grpSpPr>
          <p:sp>
            <p:nvSpPr>
              <p:cNvPr id="1449" name="Google Shape;1449;g3d26c8ac372_0_93"/>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0" name="Google Shape;1450;g3d26c8ac372_0_93"/>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1" name="Google Shape;1451;g3d26c8ac372_0_93"/>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2" name="Google Shape;1452;g3d26c8ac372_0_93"/>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3" name="Google Shape;1453;g3d26c8ac372_0_93"/>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4" name="Google Shape;1454;g3d26c8ac372_0_93"/>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5" name="Google Shape;1455;g3d26c8ac372_0_93"/>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456" name="Google Shape;1456;g3d26c8ac372_0_93"/>
            <p:cNvGrpSpPr/>
            <p:nvPr/>
          </p:nvGrpSpPr>
          <p:grpSpPr>
            <a:xfrm rot="5400000">
              <a:off x="8639847" y="3354198"/>
              <a:ext cx="457787" cy="458045"/>
              <a:chOff x="3678700" y="407275"/>
              <a:chExt cx="708100" cy="708500"/>
            </a:xfrm>
          </p:grpSpPr>
          <p:sp>
            <p:nvSpPr>
              <p:cNvPr id="1457" name="Google Shape;1457;g3d26c8ac372_0_93"/>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8" name="Google Shape;1458;g3d26c8ac372_0_93"/>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9" name="Google Shape;1459;g3d26c8ac372_0_93"/>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0" name="Google Shape;1460;g3d26c8ac372_0_93"/>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1" name="Google Shape;1461;g3d26c8ac372_0_93"/>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2" name="Google Shape;1462;g3d26c8ac372_0_93"/>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3" name="Google Shape;1463;g3d26c8ac372_0_93"/>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464" name="Google Shape;1464;g3d26c8ac372_0_93"/>
            <p:cNvGrpSpPr/>
            <p:nvPr/>
          </p:nvGrpSpPr>
          <p:grpSpPr>
            <a:xfrm>
              <a:off x="7787268" y="539497"/>
              <a:ext cx="208184" cy="208184"/>
              <a:chOff x="8356813" y="1074288"/>
              <a:chExt cx="351900" cy="351900"/>
            </a:xfrm>
          </p:grpSpPr>
          <p:sp>
            <p:nvSpPr>
              <p:cNvPr id="1465" name="Google Shape;1465;g3d26c8ac372_0_93"/>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6" name="Google Shape;1466;g3d26c8ac372_0_93"/>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467" name="Google Shape;1467;g3d26c8ac372_0_93"/>
            <p:cNvGrpSpPr/>
            <p:nvPr/>
          </p:nvGrpSpPr>
          <p:grpSpPr>
            <a:xfrm>
              <a:off x="7194843" y="2467660"/>
              <a:ext cx="208184" cy="208184"/>
              <a:chOff x="8356813" y="1074288"/>
              <a:chExt cx="351900" cy="351900"/>
            </a:xfrm>
          </p:grpSpPr>
          <p:sp>
            <p:nvSpPr>
              <p:cNvPr id="1468" name="Google Shape;1468;g3d26c8ac372_0_93"/>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9" name="Google Shape;1469;g3d26c8ac372_0_93"/>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470" name="Google Shape;1470;g3d26c8ac372_0_93"/>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471" name="Google Shape;1471;g3d26c8ac372_0_93"/>
          <p:cNvGrpSpPr/>
          <p:nvPr/>
        </p:nvGrpSpPr>
        <p:grpSpPr>
          <a:xfrm>
            <a:off x="720000" y="3451551"/>
            <a:ext cx="4558967" cy="134100"/>
            <a:chOff x="796100" y="3019701"/>
            <a:chExt cx="4558967" cy="134100"/>
          </a:xfrm>
        </p:grpSpPr>
        <p:sp>
          <p:nvSpPr>
            <p:cNvPr id="1472" name="Google Shape;1472;g3d26c8ac372_0_93"/>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473" name="Google Shape;1473;g3d26c8ac372_0_93"/>
            <p:cNvCxnSpPr/>
            <p:nvPr/>
          </p:nvCxnSpPr>
          <p:spPr>
            <a:xfrm>
              <a:off x="796100" y="3086750"/>
              <a:ext cx="4462800" cy="0"/>
            </a:xfrm>
            <a:prstGeom prst="straightConnector1">
              <a:avLst/>
            </a:prstGeom>
            <a:noFill/>
            <a:ln w="9525" cap="flat" cmpd="sng">
              <a:solidFill>
                <a:schemeClr val="dk2"/>
              </a:solidFill>
              <a:prstDash val="solid"/>
              <a:round/>
              <a:headEnd type="none" w="sm" len="sm"/>
              <a:tailEnd type="none" w="sm" len="sm"/>
            </a:ln>
          </p:spPr>
        </p:cxnSp>
        <p:sp>
          <p:nvSpPr>
            <p:cNvPr id="1474" name="Google Shape;1474;g3d26c8ac372_0_93"/>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78"/>
        <p:cNvGrpSpPr/>
        <p:nvPr/>
      </p:nvGrpSpPr>
      <p:grpSpPr>
        <a:xfrm>
          <a:off x="0" y="0"/>
          <a:ext cx="0" cy="0"/>
          <a:chOff x="0" y="0"/>
          <a:chExt cx="0" cy="0"/>
        </a:xfrm>
      </p:grpSpPr>
      <p:sp>
        <p:nvSpPr>
          <p:cNvPr id="1479" name="Google Shape;1479;p5"/>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t>Τι προκύπτει από την βιβλιογραφική ανασκόπηση…</a:t>
            </a:r>
            <a:endParaRPr/>
          </a:p>
        </p:txBody>
      </p:sp>
      <p:sp>
        <p:nvSpPr>
          <p:cNvPr id="1480" name="Google Shape;1480;p5"/>
          <p:cNvSpPr txBox="1">
            <a:spLocks noGrp="1"/>
          </p:cNvSpPr>
          <p:nvPr>
            <p:ph type="subTitle" idx="2"/>
          </p:nvPr>
        </p:nvSpPr>
        <p:spPr>
          <a:xfrm>
            <a:off x="813950" y="1715675"/>
            <a:ext cx="6430200" cy="2032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2800"/>
              <a:buNone/>
            </a:pPr>
            <a:r>
              <a:rPr lang="en">
                <a:latin typeface="Arial"/>
                <a:ea typeface="Arial"/>
                <a:cs typeface="Arial"/>
                <a:sym typeface="Arial"/>
              </a:rPr>
              <a:t>Για την ανάπτυξη ενός ρομπότ αυτόνομου delivery σε εσωτερικούς χώρο δίνουμε έμφαση στα εξης:</a:t>
            </a:r>
            <a:endParaRPr>
              <a:latin typeface="Arial"/>
              <a:ea typeface="Arial"/>
              <a:cs typeface="Arial"/>
              <a:sym typeface="Arial"/>
            </a:endParaRPr>
          </a:p>
          <a:p>
            <a:pPr marL="457200" lvl="0" indent="-298450" algn="l" rtl="0">
              <a:spcBef>
                <a:spcPts val="1200"/>
              </a:spcBef>
              <a:spcAft>
                <a:spcPts val="0"/>
              </a:spcAft>
              <a:buClr>
                <a:srgbClr val="000000"/>
              </a:buClr>
              <a:buSzPts val="1100"/>
              <a:buFont typeface="Arial"/>
              <a:buChar char="➢"/>
            </a:pPr>
            <a:r>
              <a:rPr lang="en">
                <a:latin typeface="Arial"/>
                <a:ea typeface="Arial"/>
                <a:cs typeface="Arial"/>
                <a:sym typeface="Arial"/>
              </a:rPr>
              <a:t>ρεαλιστικός χρόνος ολοκλήρωσης αποστολής</a:t>
            </a:r>
            <a:endParaRPr>
              <a:latin typeface="Arial"/>
              <a:ea typeface="Arial"/>
              <a:cs typeface="Arial"/>
              <a:sym typeface="Arial"/>
            </a:endParaRPr>
          </a:p>
          <a:p>
            <a:pPr marL="457200" lvl="0" indent="-298450" algn="l" rtl="0">
              <a:spcBef>
                <a:spcPts val="0"/>
              </a:spcBef>
              <a:spcAft>
                <a:spcPts val="0"/>
              </a:spcAft>
              <a:buClr>
                <a:srgbClr val="000000"/>
              </a:buClr>
              <a:buSzPts val="1100"/>
              <a:buFont typeface="Arial"/>
              <a:buChar char="➢"/>
            </a:pPr>
            <a:r>
              <a:rPr lang="en">
                <a:latin typeface="Arial"/>
                <a:ea typeface="Arial"/>
                <a:cs typeface="Arial"/>
                <a:sym typeface="Arial"/>
              </a:rPr>
              <a:t>αυτόνομη κίνηση σε εσωτερικό χώρο</a:t>
            </a:r>
            <a:endParaRPr>
              <a:latin typeface="Arial"/>
              <a:ea typeface="Arial"/>
              <a:cs typeface="Arial"/>
              <a:sym typeface="Arial"/>
            </a:endParaRPr>
          </a:p>
          <a:p>
            <a:pPr marL="457200" lvl="0" indent="-298450" algn="l" rtl="0">
              <a:spcBef>
                <a:spcPts val="0"/>
              </a:spcBef>
              <a:spcAft>
                <a:spcPts val="0"/>
              </a:spcAft>
              <a:buClr>
                <a:srgbClr val="000000"/>
              </a:buClr>
              <a:buSzPts val="1100"/>
              <a:buFont typeface="Arial"/>
              <a:buChar char="➢"/>
            </a:pPr>
            <a:r>
              <a:rPr lang="en">
                <a:latin typeface="Arial"/>
                <a:ea typeface="Arial"/>
                <a:cs typeface="Arial"/>
                <a:sym typeface="Arial"/>
              </a:rPr>
              <a:t>αποφυγή εμποδίων κατά τη διαδρομή</a:t>
            </a:r>
            <a:endParaRPr>
              <a:latin typeface="Arial"/>
              <a:ea typeface="Arial"/>
              <a:cs typeface="Arial"/>
              <a:sym typeface="Arial"/>
            </a:endParaRPr>
          </a:p>
          <a:p>
            <a:pPr marL="457200" lvl="0" indent="-298450" algn="l" rtl="0">
              <a:spcBef>
                <a:spcPts val="0"/>
              </a:spcBef>
              <a:spcAft>
                <a:spcPts val="0"/>
              </a:spcAft>
              <a:buClr>
                <a:srgbClr val="000000"/>
              </a:buClr>
              <a:buSzPts val="1100"/>
              <a:buFont typeface="Arial"/>
              <a:buChar char="➢"/>
            </a:pPr>
            <a:r>
              <a:rPr lang="en">
                <a:latin typeface="Arial"/>
                <a:ea typeface="Arial"/>
                <a:cs typeface="Arial"/>
                <a:sym typeface="Arial"/>
              </a:rPr>
              <a:t>αξιόπιστη ολοκλήρωση αποστολών</a:t>
            </a:r>
            <a:endParaRPr>
              <a:latin typeface="Arial"/>
              <a:ea typeface="Arial"/>
              <a:cs typeface="Arial"/>
              <a:sym typeface="Arial"/>
            </a:endParaRPr>
          </a:p>
          <a:p>
            <a:pPr marL="457200" lvl="0" indent="-298450" algn="l" rtl="0">
              <a:spcBef>
                <a:spcPts val="0"/>
              </a:spcBef>
              <a:spcAft>
                <a:spcPts val="0"/>
              </a:spcAft>
              <a:buClr>
                <a:srgbClr val="000000"/>
              </a:buClr>
              <a:buSzPts val="1100"/>
              <a:buFont typeface="Arial"/>
              <a:buChar char="➢"/>
            </a:pPr>
            <a:r>
              <a:rPr lang="en">
                <a:latin typeface="Arial"/>
                <a:ea typeface="Arial"/>
                <a:cs typeface="Arial"/>
                <a:sym typeface="Arial"/>
              </a:rPr>
              <a:t>αξιολόγηση με σαφή κριτήρια </a:t>
            </a:r>
            <a:endParaRPr>
              <a:latin typeface="Arial"/>
              <a:ea typeface="Arial"/>
              <a:cs typeface="Arial"/>
              <a:sym typeface="Arial"/>
            </a:endParaRPr>
          </a:p>
          <a:p>
            <a:pPr marL="0" lvl="0" indent="0" algn="l" rtl="0">
              <a:lnSpc>
                <a:spcPct val="115000"/>
              </a:lnSpc>
              <a:spcBef>
                <a:spcPts val="1200"/>
              </a:spcBef>
              <a:spcAft>
                <a:spcPts val="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84"/>
        <p:cNvGrpSpPr/>
        <p:nvPr/>
      </p:nvGrpSpPr>
      <p:grpSpPr>
        <a:xfrm>
          <a:off x="0" y="0"/>
          <a:ext cx="0" cy="0"/>
          <a:chOff x="0" y="0"/>
          <a:chExt cx="0" cy="0"/>
        </a:xfrm>
      </p:grpSpPr>
      <p:sp>
        <p:nvSpPr>
          <p:cNvPr id="1485" name="Google Shape;1485;g3d26c8ac372_2_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Η δική μας προσέγγιση</a:t>
            </a:r>
            <a:endParaRPr/>
          </a:p>
        </p:txBody>
      </p:sp>
      <p:sp>
        <p:nvSpPr>
          <p:cNvPr id="1486" name="Google Shape;1486;g3d26c8ac372_2_1"/>
          <p:cNvSpPr txBox="1">
            <a:spLocks noGrp="1"/>
          </p:cNvSpPr>
          <p:nvPr>
            <p:ph type="subTitle" idx="2"/>
          </p:nvPr>
        </p:nvSpPr>
        <p:spPr>
          <a:xfrm>
            <a:off x="664500" y="1197650"/>
            <a:ext cx="7704000" cy="3291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Arial"/>
                <a:ea typeface="Arial"/>
                <a:cs typeface="Arial"/>
                <a:sym typeface="Arial"/>
              </a:rPr>
              <a:t>Για την δική μας υλοποίηση θα ακολουθήσουμε τα εξής βήματα:</a:t>
            </a:r>
            <a:endParaRPr>
              <a:latin typeface="Arial"/>
              <a:ea typeface="Arial"/>
              <a:cs typeface="Arial"/>
              <a:sym typeface="Arial"/>
            </a:endParaRPr>
          </a:p>
          <a:p>
            <a:pPr marL="457200" lvl="0" indent="-298450" algn="l" rtl="0">
              <a:spcBef>
                <a:spcPts val="1200"/>
              </a:spcBef>
              <a:spcAft>
                <a:spcPts val="0"/>
              </a:spcAft>
              <a:buClr>
                <a:srgbClr val="000000"/>
              </a:buClr>
              <a:buSzPts val="1100"/>
              <a:buFont typeface="Arial"/>
              <a:buChar char="➢"/>
            </a:pPr>
            <a:r>
              <a:rPr lang="en">
                <a:latin typeface="Arial"/>
                <a:ea typeface="Arial"/>
                <a:cs typeface="Arial"/>
                <a:sym typeface="Arial"/>
              </a:rPr>
              <a:t>Δημιουργία προκαθορισμένου πανεπιστημιακού περιβάλλοντος στο WeBots με φυσικά εμπόδια και συγκεκριμένα σημεία αποστολής.</a:t>
            </a:r>
            <a:endParaRPr>
              <a:latin typeface="Arial"/>
              <a:ea typeface="Arial"/>
              <a:cs typeface="Arial"/>
              <a:sym typeface="Arial"/>
            </a:endParaRPr>
          </a:p>
          <a:p>
            <a:pPr marL="457200" lvl="0" indent="-298450" algn="l" rtl="0">
              <a:spcBef>
                <a:spcPts val="0"/>
              </a:spcBef>
              <a:spcAft>
                <a:spcPts val="0"/>
              </a:spcAft>
              <a:buClr>
                <a:srgbClr val="000000"/>
              </a:buClr>
              <a:buSzPts val="1100"/>
              <a:buFont typeface="Arial"/>
              <a:buChar char="➢"/>
            </a:pPr>
            <a:r>
              <a:rPr lang="en">
                <a:latin typeface="Arial"/>
                <a:ea typeface="Arial"/>
                <a:cs typeface="Arial"/>
                <a:sym typeface="Arial"/>
              </a:rPr>
              <a:t>Χρήση αισθητήρων απόστασης για την ανίχνευση και αποφυγή εμποδίων.</a:t>
            </a:r>
            <a:endParaRPr>
              <a:latin typeface="Arial"/>
              <a:ea typeface="Arial"/>
              <a:cs typeface="Arial"/>
              <a:sym typeface="Arial"/>
            </a:endParaRPr>
          </a:p>
          <a:p>
            <a:pPr marL="457200" lvl="0" indent="-298450" algn="l" rtl="0">
              <a:spcBef>
                <a:spcPts val="0"/>
              </a:spcBef>
              <a:spcAft>
                <a:spcPts val="0"/>
              </a:spcAft>
              <a:buClr>
                <a:srgbClr val="000000"/>
              </a:buClr>
              <a:buSzPts val="1100"/>
              <a:buFont typeface="Arial"/>
              <a:buChar char="➢"/>
            </a:pPr>
            <a:r>
              <a:rPr lang="en">
                <a:latin typeface="Arial"/>
                <a:ea typeface="Arial"/>
                <a:cs typeface="Arial"/>
                <a:sym typeface="Arial"/>
              </a:rPr>
              <a:t>Χρήση wheel encoders για την εκτίμηση της κίνησης για παραπάνω ακρίβεια στην πλοήγηση και γυροσκοπίου για καλύτερο προσανατολισμό. </a:t>
            </a:r>
            <a:endParaRPr>
              <a:latin typeface="Arial"/>
              <a:ea typeface="Arial"/>
              <a:cs typeface="Arial"/>
              <a:sym typeface="Arial"/>
            </a:endParaRPr>
          </a:p>
          <a:p>
            <a:pPr marL="457200" lvl="0" indent="-298450" algn="l" rtl="0">
              <a:spcBef>
                <a:spcPts val="0"/>
              </a:spcBef>
              <a:spcAft>
                <a:spcPts val="0"/>
              </a:spcAft>
              <a:buClr>
                <a:srgbClr val="000000"/>
              </a:buClr>
              <a:buSzPts val="1100"/>
              <a:buFont typeface="Arial"/>
              <a:buChar char="➢"/>
            </a:pPr>
            <a:r>
              <a:rPr lang="en">
                <a:latin typeface="Arial"/>
                <a:ea typeface="Arial"/>
                <a:cs typeface="Arial"/>
                <a:sym typeface="Arial"/>
              </a:rPr>
              <a:t>Αξιολόγηση του ρομπότ με βάση </a:t>
            </a:r>
            <a:r>
              <a:rPr lang="en" sz="1400">
                <a:latin typeface="Arial"/>
                <a:ea typeface="Arial"/>
                <a:cs typeface="Arial"/>
                <a:sym typeface="Arial"/>
              </a:rPr>
              <a:t>επιτυχημένες αποστολές</a:t>
            </a:r>
            <a:r>
              <a:rPr lang="en">
                <a:latin typeface="Arial"/>
                <a:ea typeface="Arial"/>
                <a:cs typeface="Arial"/>
                <a:sym typeface="Arial"/>
              </a:rPr>
              <a:t>, </a:t>
            </a:r>
            <a:r>
              <a:rPr lang="en" sz="1400">
                <a:latin typeface="Arial"/>
                <a:ea typeface="Arial"/>
                <a:cs typeface="Arial"/>
                <a:sym typeface="Arial"/>
              </a:rPr>
              <a:t>χρόνο ολοκλήρωσης</a:t>
            </a:r>
            <a:r>
              <a:rPr lang="en">
                <a:latin typeface="Arial"/>
                <a:ea typeface="Arial"/>
                <a:cs typeface="Arial"/>
                <a:sym typeface="Arial"/>
              </a:rPr>
              <a:t> και </a:t>
            </a:r>
            <a:r>
              <a:rPr lang="en" sz="1400">
                <a:latin typeface="Arial"/>
                <a:ea typeface="Arial"/>
                <a:cs typeface="Arial"/>
                <a:sym typeface="Arial"/>
              </a:rPr>
              <a:t>αποτελεσματική πλοήγηση</a:t>
            </a:r>
            <a:r>
              <a:rPr lang="en">
                <a:latin typeface="Arial"/>
                <a:ea typeface="Arial"/>
                <a:cs typeface="Arial"/>
                <a:sym typeface="Arial"/>
              </a:rPr>
              <a:t> με διάφορα metrics.</a:t>
            </a:r>
            <a:endParaRPr sz="1400">
              <a:latin typeface="Arial"/>
              <a:ea typeface="Arial"/>
              <a:cs typeface="Arial"/>
              <a:sym typeface="Arial"/>
            </a:endParaRPr>
          </a:p>
          <a:p>
            <a:pPr marL="0" lvl="0" indent="0" algn="l" rtl="0">
              <a:spcBef>
                <a:spcPts val="1200"/>
              </a:spcBef>
              <a:spcAft>
                <a:spcPts val="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90"/>
        <p:cNvGrpSpPr/>
        <p:nvPr/>
      </p:nvGrpSpPr>
      <p:grpSpPr>
        <a:xfrm>
          <a:off x="0" y="0"/>
          <a:ext cx="0" cy="0"/>
          <a:chOff x="0" y="0"/>
          <a:chExt cx="0" cy="0"/>
        </a:xfrm>
      </p:grpSpPr>
      <p:sp>
        <p:nvSpPr>
          <p:cNvPr id="1491" name="Google Shape;1491;p16"/>
          <p:cNvSpPr txBox="1">
            <a:spLocks noGrp="1"/>
          </p:cNvSpPr>
          <p:nvPr>
            <p:ph type="title"/>
          </p:nvPr>
        </p:nvSpPr>
        <p:spPr>
          <a:xfrm>
            <a:off x="1157300" y="1574400"/>
            <a:ext cx="5761800" cy="1259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sz="5500" dirty="0"/>
              <a:t>Ευχαριστού</a:t>
            </a:r>
            <a:r>
              <a:rPr lang="el-GR" sz="5500" dirty="0"/>
              <a:t>μ</a:t>
            </a:r>
            <a:r>
              <a:rPr lang="en" sz="5500" dirty="0"/>
              <a:t>ε</a:t>
            </a:r>
            <a:r>
              <a:rPr lang="en" dirty="0"/>
              <a:t>!</a:t>
            </a:r>
            <a:endParaRPr dirty="0"/>
          </a:p>
        </p:txBody>
      </p:sp>
      <p:grpSp>
        <p:nvGrpSpPr>
          <p:cNvPr id="1492" name="Google Shape;1492;p16"/>
          <p:cNvGrpSpPr/>
          <p:nvPr/>
        </p:nvGrpSpPr>
        <p:grpSpPr>
          <a:xfrm rot="10800000" flipH="1">
            <a:off x="6773992" y="-1205455"/>
            <a:ext cx="4151820" cy="5527899"/>
            <a:chOff x="6309526" y="836950"/>
            <a:chExt cx="3920510" cy="5219924"/>
          </a:xfrm>
        </p:grpSpPr>
        <p:pic>
          <p:nvPicPr>
            <p:cNvPr id="1493" name="Google Shape;1493;p16"/>
            <p:cNvPicPr preferRelativeResize="0"/>
            <p:nvPr/>
          </p:nvPicPr>
          <p:blipFill rotWithShape="1">
            <a:blip r:embed="rId3">
              <a:alphaModFix/>
            </a:blip>
            <a:srcRect l="16960" t="24719" r="7121" b="26177"/>
            <a:stretch/>
          </p:blipFill>
          <p:spPr>
            <a:xfrm>
              <a:off x="6309535" y="3064650"/>
              <a:ext cx="3920501" cy="2992224"/>
            </a:xfrm>
            <a:prstGeom prst="rect">
              <a:avLst/>
            </a:prstGeom>
            <a:noFill/>
            <a:ln>
              <a:noFill/>
            </a:ln>
          </p:spPr>
        </p:pic>
        <p:sp>
          <p:nvSpPr>
            <p:cNvPr id="1494" name="Google Shape;1494;p16"/>
            <p:cNvSpPr/>
            <p:nvPr/>
          </p:nvSpPr>
          <p:spPr>
            <a:xfrm rot="10800000">
              <a:off x="7535449" y="294113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5" name="Google Shape;1495;p16"/>
            <p:cNvSpPr/>
            <p:nvPr/>
          </p:nvSpPr>
          <p:spPr>
            <a:xfrm rot="10800000">
              <a:off x="7694795" y="2941747"/>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6" name="Google Shape;1496;p16"/>
            <p:cNvSpPr/>
            <p:nvPr/>
          </p:nvSpPr>
          <p:spPr>
            <a:xfrm>
              <a:off x="6309526" y="8369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97" name="Google Shape;1497;p16"/>
            <p:cNvGrpSpPr/>
            <p:nvPr/>
          </p:nvGrpSpPr>
          <p:grpSpPr>
            <a:xfrm>
              <a:off x="7280400" y="3719575"/>
              <a:ext cx="582050" cy="582425"/>
              <a:chOff x="959750" y="3039275"/>
              <a:chExt cx="582050" cy="582425"/>
            </a:xfrm>
          </p:grpSpPr>
          <p:sp>
            <p:nvSpPr>
              <p:cNvPr id="1498" name="Google Shape;1498;p16"/>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9" name="Google Shape;1499;p16"/>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0" name="Google Shape;1500;p16"/>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1" name="Google Shape;1501;p16"/>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2" name="Google Shape;1502;p16"/>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3" name="Google Shape;1503;p16"/>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4" name="Google Shape;1504;p16"/>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37254"/>
                    </a:srgbClr>
                  </a:gs>
                  <a:gs pos="100000">
                    <a:srgbClr val="FFFFFF">
                      <a:alpha val="37254"/>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505" name="Google Shape;1505;p16"/>
            <p:cNvGrpSpPr/>
            <p:nvPr/>
          </p:nvGrpSpPr>
          <p:grpSpPr>
            <a:xfrm>
              <a:off x="7728436" y="3524084"/>
              <a:ext cx="134004" cy="134004"/>
              <a:chOff x="8356813" y="1074288"/>
              <a:chExt cx="351900" cy="351900"/>
            </a:xfrm>
          </p:grpSpPr>
          <p:sp>
            <p:nvSpPr>
              <p:cNvPr id="1506" name="Google Shape;1506;p16"/>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7" name="Google Shape;1507;p16"/>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508" name="Google Shape;1508;p16"/>
            <p:cNvGrpSpPr/>
            <p:nvPr/>
          </p:nvGrpSpPr>
          <p:grpSpPr>
            <a:xfrm>
              <a:off x="7344361" y="3150259"/>
              <a:ext cx="134004" cy="134004"/>
              <a:chOff x="8356813" y="1074288"/>
              <a:chExt cx="351900" cy="351900"/>
            </a:xfrm>
          </p:grpSpPr>
          <p:sp>
            <p:nvSpPr>
              <p:cNvPr id="1509" name="Google Shape;1509;p16"/>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0" name="Google Shape;1510;p16"/>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511" name="Google Shape;1511;p16"/>
            <p:cNvGrpSpPr/>
            <p:nvPr/>
          </p:nvGrpSpPr>
          <p:grpSpPr>
            <a:xfrm>
              <a:off x="8337811" y="2464059"/>
              <a:ext cx="134004" cy="134004"/>
              <a:chOff x="8356813" y="1074288"/>
              <a:chExt cx="351900" cy="351900"/>
            </a:xfrm>
          </p:grpSpPr>
          <p:sp>
            <p:nvSpPr>
              <p:cNvPr id="1512" name="Google Shape;1512;p16"/>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3" name="Google Shape;1513;p16"/>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514" name="Google Shape;1514;p16"/>
            <p:cNvSpPr/>
            <p:nvPr/>
          </p:nvSpPr>
          <p:spPr>
            <a:xfrm>
              <a:off x="8430775" y="2842975"/>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EB9109">
                    <a:alpha val="46666"/>
                  </a:srgbClr>
                </a:gs>
                <a:gs pos="78000">
                  <a:srgbClr val="F5F8FF">
                    <a:alpha val="46666"/>
                  </a:srgbClr>
                </a:gs>
                <a:gs pos="100000">
                  <a:srgbClr val="F5F8FF">
                    <a:alpha val="46666"/>
                  </a:srgbClr>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515" name="Google Shape;1515;p16"/>
            <p:cNvGrpSpPr/>
            <p:nvPr/>
          </p:nvGrpSpPr>
          <p:grpSpPr>
            <a:xfrm>
              <a:off x="8337812" y="3492483"/>
              <a:ext cx="699928" cy="1651024"/>
              <a:chOff x="8337812" y="3492483"/>
              <a:chExt cx="699928" cy="1651024"/>
            </a:xfrm>
          </p:grpSpPr>
          <p:sp>
            <p:nvSpPr>
              <p:cNvPr id="1516" name="Google Shape;1516;p16"/>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7" name="Google Shape;1517;p16"/>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8" name="Google Shape;1518;p16"/>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519" name="Google Shape;1519;p16"/>
            <p:cNvGrpSpPr/>
            <p:nvPr/>
          </p:nvGrpSpPr>
          <p:grpSpPr>
            <a:xfrm>
              <a:off x="7945225" y="4302000"/>
              <a:ext cx="904666" cy="726121"/>
              <a:chOff x="7945225" y="4302000"/>
              <a:chExt cx="904666" cy="726121"/>
            </a:xfrm>
          </p:grpSpPr>
          <p:sp>
            <p:nvSpPr>
              <p:cNvPr id="1520" name="Google Shape;1520;p16"/>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1" name="Google Shape;1521;p16"/>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2" name="Google Shape;1522;p16"/>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523" name="Google Shape;1523;p16"/>
            <p:cNvSpPr/>
            <p:nvPr/>
          </p:nvSpPr>
          <p:spPr>
            <a:xfrm rot="5400000">
              <a:off x="7687039" y="1023058"/>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524" name="Google Shape;1524;p16"/>
          <p:cNvGrpSpPr/>
          <p:nvPr/>
        </p:nvGrpSpPr>
        <p:grpSpPr>
          <a:xfrm>
            <a:off x="1234025" y="4151751"/>
            <a:ext cx="4558967" cy="134100"/>
            <a:chOff x="796100" y="3019701"/>
            <a:chExt cx="4558967" cy="134100"/>
          </a:xfrm>
        </p:grpSpPr>
        <p:sp>
          <p:nvSpPr>
            <p:cNvPr id="1525" name="Google Shape;1525;p16"/>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526" name="Google Shape;1526;p16"/>
            <p:cNvCxnSpPr/>
            <p:nvPr/>
          </p:nvCxnSpPr>
          <p:spPr>
            <a:xfrm>
              <a:off x="796100" y="3086750"/>
              <a:ext cx="4462800" cy="0"/>
            </a:xfrm>
            <a:prstGeom prst="straightConnector1">
              <a:avLst/>
            </a:prstGeom>
            <a:noFill/>
            <a:ln w="9525" cap="flat" cmpd="sng">
              <a:solidFill>
                <a:schemeClr val="dk2"/>
              </a:solidFill>
              <a:prstDash val="solid"/>
              <a:round/>
              <a:headEnd type="none" w="sm" len="sm"/>
              <a:tailEnd type="none" w="sm" len="sm"/>
            </a:ln>
          </p:spPr>
        </p:cxnSp>
        <p:sp>
          <p:nvSpPr>
            <p:cNvPr id="1527" name="Google Shape;1527;p16"/>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31"/>
        <p:cNvGrpSpPr/>
        <p:nvPr/>
      </p:nvGrpSpPr>
      <p:grpSpPr>
        <a:xfrm>
          <a:off x="0" y="0"/>
          <a:ext cx="0" cy="0"/>
          <a:chOff x="0" y="0"/>
          <a:chExt cx="0" cy="0"/>
        </a:xfrm>
      </p:grpSpPr>
      <p:sp>
        <p:nvSpPr>
          <p:cNvPr id="1532" name="Google Shape;1532;p17"/>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t>Βιβλιογραφία</a:t>
            </a:r>
            <a:endParaRPr/>
          </a:p>
        </p:txBody>
      </p:sp>
      <p:sp>
        <p:nvSpPr>
          <p:cNvPr id="1533" name="Google Shape;1533;p17"/>
          <p:cNvSpPr txBox="1">
            <a:spLocks noGrp="1"/>
          </p:cNvSpPr>
          <p:nvPr>
            <p:ph type="body" idx="1"/>
          </p:nvPr>
        </p:nvSpPr>
        <p:spPr>
          <a:xfrm>
            <a:off x="720000" y="1017725"/>
            <a:ext cx="7311900" cy="3431400"/>
          </a:xfrm>
          <a:prstGeom prst="rect">
            <a:avLst/>
          </a:prstGeom>
          <a:noFill/>
          <a:ln>
            <a:noFill/>
          </a:ln>
        </p:spPr>
        <p:txBody>
          <a:bodyPr spcFirstLastPara="1" wrap="square" lIns="91425" tIns="91425" rIns="91425" bIns="91425" anchor="ctr" anchorCtr="0">
            <a:noAutofit/>
          </a:bodyPr>
          <a:lstStyle/>
          <a:p>
            <a:pPr marL="457200" lvl="0" indent="-317500" algn="l" rtl="0">
              <a:lnSpc>
                <a:spcPct val="150000"/>
              </a:lnSpc>
              <a:spcBef>
                <a:spcPts val="0"/>
              </a:spcBef>
              <a:spcAft>
                <a:spcPts val="0"/>
              </a:spcAft>
              <a:buClr>
                <a:schemeClr val="dk1"/>
              </a:buClr>
              <a:buSzPts val="1400"/>
              <a:buFont typeface="Arial"/>
              <a:buChar char="➢"/>
            </a:pPr>
            <a:r>
              <a:rPr lang="en" sz="1400">
                <a:solidFill>
                  <a:schemeClr val="dk1"/>
                </a:solidFill>
                <a:latin typeface="Arial"/>
                <a:ea typeface="Arial"/>
                <a:cs typeface="Arial"/>
                <a:sym typeface="Arial"/>
              </a:rPr>
              <a:t>Gargouri, A., Karray, M., Zalila, B., &amp; Ksantini, M. (2025, November 12). Design and Development of an Autonomous Mobile Robot for Unstructured Indoor Environments. https://doi.org/10.3390/machines13111044 </a:t>
            </a:r>
            <a:endParaRPr sz="1400">
              <a:solidFill>
                <a:schemeClr val="dk1"/>
              </a:solidFill>
              <a:latin typeface="Arial"/>
              <a:ea typeface="Arial"/>
              <a:cs typeface="Arial"/>
              <a:sym typeface="Arial"/>
            </a:endParaRPr>
          </a:p>
          <a:p>
            <a:pPr marL="457200" lvl="0" indent="-317500" algn="l" rtl="0">
              <a:lnSpc>
                <a:spcPct val="150000"/>
              </a:lnSpc>
              <a:spcBef>
                <a:spcPts val="0"/>
              </a:spcBef>
              <a:spcAft>
                <a:spcPts val="0"/>
              </a:spcAft>
              <a:buClr>
                <a:schemeClr val="dk1"/>
              </a:buClr>
              <a:buSzPts val="1400"/>
              <a:buFont typeface="Arial"/>
              <a:buChar char="➢"/>
            </a:pPr>
            <a:r>
              <a:rPr lang="en" sz="1400">
                <a:solidFill>
                  <a:schemeClr val="dk1"/>
                </a:solidFill>
                <a:latin typeface="Arial"/>
                <a:ea typeface="Arial"/>
                <a:cs typeface="Arial"/>
                <a:sym typeface="Arial"/>
              </a:rPr>
              <a:t>Kim, J., &amp; Jung, H. (2022, September 10). Robot Routing Problem of Last-Mile Delivery in Indoor Environments. https://doi.org/10.3390/app12189111 </a:t>
            </a:r>
            <a:endParaRPr sz="1400">
              <a:solidFill>
                <a:schemeClr val="dk1"/>
              </a:solidFill>
              <a:latin typeface="Arial"/>
              <a:ea typeface="Arial"/>
              <a:cs typeface="Arial"/>
              <a:sym typeface="Arial"/>
            </a:endParaRPr>
          </a:p>
          <a:p>
            <a:pPr marL="457200" lvl="0" indent="-317500" algn="l" rtl="0">
              <a:lnSpc>
                <a:spcPct val="150000"/>
              </a:lnSpc>
              <a:spcBef>
                <a:spcPts val="0"/>
              </a:spcBef>
              <a:spcAft>
                <a:spcPts val="0"/>
              </a:spcAft>
              <a:buClr>
                <a:schemeClr val="dk1"/>
              </a:buClr>
              <a:buSzPts val="1400"/>
              <a:buFont typeface="Arial"/>
              <a:buChar char="➢"/>
            </a:pPr>
            <a:r>
              <a:rPr lang="en" sz="1400">
                <a:solidFill>
                  <a:schemeClr val="dk1"/>
                </a:solidFill>
                <a:latin typeface="Arial"/>
                <a:ea typeface="Arial"/>
                <a:cs typeface="Arial"/>
                <a:sym typeface="Arial"/>
              </a:rPr>
              <a:t>Salihu, Y. D., Olawole, A. A., Aransiola, A. O., Jubril, A. M., &amp; Fisusi, A. (2025, November 30). SLAM-Based Indoor Navigation with LiDAR and ROS2 for Autonomous Mobile Robot. https://ijt.oauife.edu.ng/index.php/ijt/article/view/301 </a:t>
            </a:r>
            <a:endParaRPr sz="1400">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864</Words>
  <Application>Microsoft Office PowerPoint</Application>
  <PresentationFormat>On-screen Show (16:9)</PresentationFormat>
  <Paragraphs>95</Paragraphs>
  <Slides>17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Roboto Condensed Light</vt:lpstr>
      <vt:lpstr>Poppins</vt:lpstr>
      <vt:lpstr>Source Code Pro</vt:lpstr>
      <vt:lpstr>IBM Plex Mono</vt:lpstr>
      <vt:lpstr>Introduction to Coding Workshop by Slidesgo</vt:lpstr>
      <vt:lpstr>Αυτόνομο Ρομπότ εσωτερικών delivery σε πανεπιστημιακό κτίριο με προσομοίωση σε WeBots.</vt:lpstr>
      <vt:lpstr>Περιεχόμενα</vt:lpstr>
      <vt:lpstr>01</vt:lpstr>
      <vt:lpstr>Εισαγωγή</vt:lpstr>
      <vt:lpstr>02</vt:lpstr>
      <vt:lpstr>PowerPoint Presentation</vt:lpstr>
      <vt:lpstr>03</vt:lpstr>
      <vt:lpstr>Οι πηγές που μελετήσαμε </vt:lpstr>
      <vt:lpstr>Kim &amp; Jung (2022)</vt:lpstr>
      <vt:lpstr>Salihu et al. (2025)</vt:lpstr>
      <vt:lpstr>Gargouri et al. (2025)</vt:lpstr>
      <vt:lpstr>Σύνοψη Ανασκόπησης</vt:lpstr>
      <vt:lpstr>04</vt:lpstr>
      <vt:lpstr>Τι προκύπτει από την βιβλιογραφική ανασκόπηση…</vt:lpstr>
      <vt:lpstr>Η δική μας προσέγγιση</vt:lpstr>
      <vt:lpstr>Ευχαριστούμε!</vt:lpstr>
      <vt:lpstr>Βιβλιογραφία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Dimitris Prassos</cp:lastModifiedBy>
  <cp:revision>1</cp:revision>
  <dcterms:modified xsi:type="dcterms:W3CDTF">2026-03-25T17:49:14Z</dcterms:modified>
</cp:coreProperties>
</file>